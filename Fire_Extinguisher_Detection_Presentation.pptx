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Fire Extinguisher Detection,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Decoy Rejection and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3D Localization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96167"/>
                </a:solidFill>
              </a:rPr>
              <a:t>Complete RGB-D Vision System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Kelechi Athanesious Ezekwe, Shravani Kuchi, Thanigaiarasu Shanmugam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R7020E - Object Detection and Localization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October 26,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The Challenge: Real vs Printed Fire Extinguishers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!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</a:rPr>
              <a:t>Real-world problem: </a:t>
            </a:r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</a:rPr>
              <a:t>Robots must distinguish real fire extinguishers from printed decoys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Why it matters: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8600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Safety compliance inspection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Emergency response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Indoor robot navigation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768096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The core challenge: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2C2C"/>
                </a:solidFill>
              </a:rPr>
              <a:t>Printed images look identical to real objects in RGB cameras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Solution: Multi-modal RGB-D sensing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Three-Stage Modular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188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1: DETECTION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188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Kelechi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YOLO11n detector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Maximum sensitivity (detect all)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100%, FPR = 60%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0" y="2194560"/>
            <a:ext cx="365760" cy="274320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560320"/>
            <a:ext cx="7680960" cy="10058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651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2: FILTERING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Shravani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Depth-based filtering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Maximum specificity (reject decoys)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96%, FPR = 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0" y="3657600"/>
            <a:ext cx="365760" cy="274320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4023360"/>
            <a:ext cx="7680960" cy="10058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3: LOCALIZATION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14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Thanigaiarasu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80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3D coordinates + tracking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Accurate localization + robustness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100%, FPR = 0%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1: Perfect Detection Performance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Kelechi Athanesious Ezekwe</a:t>
            </a:r>
            <a:endParaRPr lang="en-US" sz="1400" dirty="0"/>
          </a:p>
        </p:txBody>
      </p:sp>
      <p:pic>
        <p:nvPicPr>
          <p:cNvPr id="4" name="Image 0" descr="/Users/kelechiezekwe/Workspace/Computer_vision_lab/Project_work/outputs/visualizations/1_tpr_fp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</a:rPr>
              <a:t>100% TPR on both eval and test sets - Zero misses!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1: Detection Breakdown Analysis</a:t>
            </a:r>
            <a:endParaRPr lang="en-US" sz="3600" dirty="0"/>
          </a:p>
        </p:txBody>
      </p:sp>
      <p:pic>
        <p:nvPicPr>
          <p:cNvPr id="3" name="Image 0" descr="/Users/kelechiezekwe/Workspace/Computer_vision_lab/Project_work/outputs/visualizations/2_detection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7680960" cy="3474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C2C2C"/>
                </a:solidFill>
              </a:rPr>
              <a:t>Perfect recall on safety-critical real objects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Design Choice: Intentional High False Positive Rate</a:t>
            </a:r>
            <a:endParaRPr lang="en-US" sz="3200" dirty="0"/>
          </a:p>
        </p:txBody>
      </p:sp>
      <p:pic>
        <p:nvPicPr>
          <p:cNvPr id="3" name="Image 0" descr="/Users/kelechiezekwe/Workspace/Computer_vision_lab/Project_work/outputs/visualizations/3_metric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36576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937760" y="1188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Mathematical Justification: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554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Final TPR = Stage1_TPR × Stage2_TPR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Our approach: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1.00 × 0.96 = 0.96 ✓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Alternative: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0.90 × 1.00 = 0.90 ✗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2926080"/>
            <a:ext cx="3657600" cy="7315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3017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2 misses from Stage 2 would be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unrecoverable if Stage 1 missed them!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1: Confidence Distribution Analysis</a:t>
            </a:r>
            <a:endParaRPr lang="en-US" sz="3600" dirty="0"/>
          </a:p>
        </p:txBody>
      </p:sp>
      <p:pic>
        <p:nvPicPr>
          <p:cNvPr id="3" name="Image 0" descr="/Users/kelechiezekwe/Workspace/Computer_vision_lab/Project_work/outputs/visualizations/4_confidenc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7680960" cy="3474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C2C2C"/>
                </a:solidFill>
              </a:rPr>
              <a:t>Threshold: 0.10 (intentionally low for maximum sensitivity)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2: Real Objects Accepted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Shravani Kuchi | Depth-based Filtering</a:t>
            </a:r>
            <a:endParaRPr lang="en-US" sz="1400" dirty="0"/>
          </a:p>
        </p:txBody>
      </p:sp>
      <p:pic>
        <p:nvPicPr>
          <p:cNvPr id="4" name="Image 0" descr="/Users/kelechiezekwe/Workspace/Computer_vision_lab/Project_work/outputs/figures/ev_real_accep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73152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</a:rPr>
              <a:t>43/45 real objects accepted (96% TPR)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2: Perfect Decoy Rejection</a:t>
            </a:r>
            <a:endParaRPr lang="en-US" sz="3600" dirty="0"/>
          </a:p>
        </p:txBody>
      </p:sp>
      <p:pic>
        <p:nvPicPr>
          <p:cNvPr id="3" name="Image 0" descr="/Users/kelechiezekwe/Workspace/Computer_vision_lab/Project_work/outputs/figures/ev_decoys_rej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73152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28800" y="4480560"/>
            <a:ext cx="5486400" cy="5486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2011680" y="4572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0% FPR - All 103 decoys rejected!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Stage 2: Edge Cases - Missed Real Objects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Real Missed (2 objects)</a:t>
            </a:r>
            <a:endParaRPr lang="en-US" sz="1400" dirty="0"/>
          </a:p>
        </p:txBody>
      </p:sp>
      <p:pic>
        <p:nvPicPr>
          <p:cNvPr id="4" name="Image 0" descr="/Users/kelechiezekwe/Workspace/Computer_vision_lab/Project_work/outputs/figures/ev_real_miss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5760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</a:rPr>
              <a:t>Rescued by Tracking</a:t>
            </a:r>
            <a:endParaRPr lang="en-US" sz="1400" dirty="0"/>
          </a:p>
        </p:txBody>
      </p:sp>
      <p:pic>
        <p:nvPicPr>
          <p:cNvPr id="6" name="Image 1" descr="/Users/kelechiezekwe/Workspace/Computer_vision_lab/Project_work/outputs/figures/ev_real_rescu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657600" cy="2560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2C2C"/>
                </a:solidFill>
              </a:rPr>
              <a:t>Root cause: Colour/depth timing mismatch during camera motion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2C2C2C"/>
                </a:solidFill>
              </a:rPr>
              <a:t>Solution: Stage 3 tracking recovers both!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3: 3D Localization Method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Thanigaiarasu Shanmugam</a:t>
            </a:r>
            <a:endParaRPr lang="en-US" sz="1400" dirty="0"/>
          </a:p>
        </p:txBody>
      </p:sp>
      <p:pic>
        <p:nvPicPr>
          <p:cNvPr id="4" name="Image 0" descr="/Users/kelechiezekwe/Workspace/Computer_vision_lab/Project_work/outputs/figures/fig_3d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576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754880" y="1371600"/>
            <a:ext cx="3657600" cy="20116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937760" y="1463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3D Coordinate Calculation: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182880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</a:rPr>
              <a:t>• Histogram-based depth segmentation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</a:rPr>
              <a:t>• Cylinder center = front + 0.067m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</a:rPr>
              <a:t>• X = (u-cx)×Z/fx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</a:rPr>
              <a:t>• Y = (v-cy)×Z/fy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31089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Tracking Extension: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3832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</a:rPr>
              <a:t>Conservative rescue criteria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</a:rPr>
              <a:t>Recovering temporal edge cases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3: 3D Accuracy Validation</a:t>
            </a:r>
            <a:endParaRPr lang="en-US" sz="3600" dirty="0"/>
          </a:p>
        </p:txBody>
      </p:sp>
      <p:pic>
        <p:nvPicPr>
          <p:cNvPr id="3" name="Image 0" descr="/Users/kelechiezekwe/Workspace/Computer_vision_lab/Project_work/outputs/figures/fig_h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73152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28800" y="4480560"/>
            <a:ext cx="5486400" cy="5486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2011680" y="4572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Height: 0.49 ± 0.05m (consistent validation)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Final System Performance</a:t>
            </a:r>
            <a:endParaRPr lang="en-US" sz="3600" dirty="0"/>
          </a:p>
        </p:txBody>
      </p:sp>
      <p:pic>
        <p:nvPicPr>
          <p:cNvPr id="3" name="Image 0" descr="/Users/kelechiezekwe/Workspace/Computer_vision_lab/Project_work/outputs/visualizations/6_summa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Summary and Impact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Achievements: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Perfect performance: 100% TPR, 0% FPR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Real-time capable: 66 FPS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Accurate 3D: 0.49 ± 0.05m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Interpretable: Explainable decisions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Key Lessons: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Modular design enables debugging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Simple methods work with clear physics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High baseline sensitivity = robustness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Conservative extensions add value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Applications: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Safety inspection, emergency response, accessibility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Questions?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Luleå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 Extinguisher Detection, Decoy Rejection and 3D Localization</dc:title>
  <dc:subject>Fire Extinguisher Detection System</dc:subject>
  <dc:creator>Group 7 - R7020E</dc:creator>
  <cp:lastModifiedBy>Group 7 - R7020E</cp:lastModifiedBy>
  <cp:revision>1</cp:revision>
  <dcterms:created xsi:type="dcterms:W3CDTF">2026-10-26T14:18:49Z</dcterms:created>
  <dcterms:modified xsi:type="dcterms:W3CDTF">2026-10-26T14:18:49Z</dcterms:modified>
</cp:coreProperties>
</file>