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Fire Extinguisher Detection,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Decoy Rejection and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3D Localization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96167"/>
                </a:solidFill>
              </a:rPr>
              <a:t>Complete RGB-D Vision System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Kelechi Athanesious Ezekwe, Shravani Kuchi, Thanigaiarasu Shanmugam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R7020E - Object Detection and Localization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October 26,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The Challenge: Real vs Printed Fire Extinguishers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!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</a:rPr>
              <a:t>Real-world problem: </a:t>
            </a:r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</a:rPr>
              <a:t>Robots must distinguish real fire extinguishers from printed decoys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Why it matters: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8600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Safety compliance inspection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Emergency response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Indoor robot navigation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768096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The core challenge: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C2C2C"/>
                </a:solidFill>
              </a:rPr>
              <a:t>Printed images look identical to real objects in RGB cameras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Solution: Multi-modal RGB-D sensing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Three-Stage Modular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10058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188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Stage 1: DETECTION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188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FFFFF"/>
                </a:solidFill>
              </a:rPr>
              <a:t>Kelechi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554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YOLO11n detector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Goal: Maximum sensitivity (detect all)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Result: TPR = 100%, FPR = 60%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0" y="2194560"/>
            <a:ext cx="365760" cy="274320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560320"/>
            <a:ext cx="7680960" cy="10058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651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Stage 2: FILTERING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FFFFF"/>
                </a:solidFill>
              </a:rPr>
              <a:t>Shravani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17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Depth-based filtering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Goal: Maximum specificity (reject decoys)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Result: TPR = 96%, FPR = 0%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0" y="3657600"/>
            <a:ext cx="365760" cy="274320"/>
          </a:xfrm>
          <a:prstGeom prst="downArrow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4023360"/>
            <a:ext cx="7680960" cy="10058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Stage 3: LOCALIZATION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114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FFFFF"/>
                </a:solidFill>
              </a:rPr>
              <a:t>Thanigaiarasu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80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3D coordinates + tracking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Goal: Accurate localization + robustness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• Result: TPR = 100%, FPR = 0%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1: Fire Extinguisher Detection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</a:rPr>
              <a:t>Responsible: Kelechi Athanesious Ezekwe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Model: YOLOv11n (nano variant)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Training: Roboflow FireExtinguisher v2 (~500 images)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Confidence threshold: 0.10 (intentionally low)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Platform: Google Colab (T4 GPU)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54480" y="301752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Key Achievement: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333756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100% TPR on both eval and test sets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Perfect detection of all real fire extinguishers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Zero misses - safety-critical requirement met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Design Choice: Intentional High False Positive Rate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The Argument: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Stage 1: High sensitivity (TPR=100%, FPR=60%)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Stage 2: High specificity (filters false positives)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Result: Perfect final performance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688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Mathematical Justification: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346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Final TPR = Stage1_TPR × Stage2_TPR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Our approach: 1.00 × 0.96 = 0.96 ✓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Alternative: 0.90 × 1.00 = 0.90 (no safety margin)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023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The 2 misses from Stage 2 would be unrecoverable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if Stage 1 missed them!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1: Perfect Detection Performance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Test Set Results: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</a:rPr>
              <a:t>• Real detected: 45/45 (100%)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</a:rPr>
              <a:t>• Real missed: 0/45 (zero!)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</a:rPr>
              <a:t>• TPR: 1.0000 ✓ (target ≥ 0.75)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4630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Decoys detected: 62/103 (60%)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FPR: 0.6019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  (expected, will be filtered)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2743200"/>
            <a:ext cx="6400800" cy="73152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83464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Key Insight: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31546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Perfect recall on safety-critical real objects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2C2C"/>
                </a:solidFill>
              </a:rPr>
              <a:t>Reference: See Figure 3 (TPR/FPR Comparison graph)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2: Real vs Decoy Classification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</a:rPr>
              <a:t>Responsible: Shravani Kuchi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Method: Depth-based geometric cues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7680960" cy="10058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28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Feature 1: Height in metres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height_m = box_height × depth / fy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Real: ~0.58m, Decoy: ~0.31m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7680960" cy="10058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017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</a:rPr>
              <a:t>Feature 2: Depth contrast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337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contrast = (ring_depth - object_depth) / depth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Real: ~0.45 (free space), Decoy: ~0.02 (flat)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6167"/>
                </a:solidFill>
              </a:rPr>
              <a:t>Decision Rule: REAL if height ≥ 0.5554m AND contrast ≥ 0.1922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2: Zero False Positives Achieved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Test Set Results: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</a:rPr>
              <a:t>• Decoys accepted: 0/103 (0%)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</a:rPr>
              <a:t>• Decoys rejected: 103/103 (100%)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C5F2D"/>
                </a:solidFill>
              </a:rPr>
              <a:t>• FPR: 0.0000 ✓ (target ≤ 0.15)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4630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Real accepted: 43/45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Real rejected: 2/45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  (timing edge cases)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TPR: 0.9556 ✓ (target ≥ 0.75)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2926080"/>
            <a:ext cx="6400800" cy="6400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3063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FPR Improvement: 60% → 0% (perfect!)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2C2C"/>
                </a:solidFill>
              </a:rPr>
              <a:t>Reference: See Figure 8 (Decoys Rejected graph)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Edge Case Analysis: Why 2 Real Objects Were Rejected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</a:rPr>
              <a:t>Root Cause: Colour/Depth Timing Mismatch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Camera turning rapidly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Depth frame 28ms and 45ms older than colour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Object moved between frames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• Detection box sees floor in depth → no contrast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9718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This is NOT a filter failure - it's a synchronization issue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Solution: Stage 3 tracking recovers both! →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3: 3D Localization and Tracking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</a:rPr>
              <a:t>Responsible: Thanigaiarasu Shanmugam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3D Coordinate Calculation: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Histogram-based depth segmentation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Cylinder center = front surface + 0.067m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Back-projection: X = (u-cx)×Z/fx, Y = (v-cy)×Z/fy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346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Tracking Extension: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Conservative rescue criteria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Recovers temporal edge cases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• Maintains 0% FPR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Stage 3: Perfect Final Performance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3D Accuracy: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Height above floor: 0.49 ± 0.05m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Consistent across all frames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Validates 3D estimation accuracy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Tracking Results: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4630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C5F2D"/>
                </a:solidFill>
              </a:rPr>
              <a:t>• 2 real objects rescued (timing issues)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C5F2D"/>
                </a:solidFill>
              </a:rPr>
              <a:t>• 0 decoys added (conservative)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C5F2D"/>
                </a:solidFill>
              </a:rPr>
              <a:t>• Final TPR: 100% (45/45)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C5F2D"/>
                </a:solidFill>
              </a:rPr>
              <a:t>• Final FPR: 0% (0/103)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3017520"/>
            <a:ext cx="6400800" cy="6400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54480" y="315468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Perfect Final System: 100% TPR, 0% FPR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2C2C"/>
                </a:solidFill>
              </a:rPr>
              <a:t>Reference: See Figure 10 (Height Consistency graph)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Final System Performance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2C2C"/>
                </a:solidFill>
              </a:rPr>
              <a:t>Test Set (67 frames, 148 objects):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7680960" cy="13716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Metric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Achieved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Real-object TPR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≥75%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+25 points!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Decoy FPR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≤15%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+15 points!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Speed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≥30 FPS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66 FPS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31089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System Progression: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4747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Stage 1: TPR=100%, FPR=60%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Stage 2: TPR=96%, FPR=0%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Stage 3: TPR=100%, FPR=0%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Both targets significantly exceeded! ✓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</a:rPr>
              <a:t>What We Achieved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Technical Innovations: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✓ Modular architecture enabling perfect performance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✓ Intentional high-sensitivity baseline design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✓ Simple depth cues achieving 0% FPR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✓ Conservative tracking for edge case recovery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Team Contributions: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Kelechi: Perfect detection baseline (100% TPR)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Shravani: Perfect decoy rejection (0% FPR)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• Thanigaiarasu: Accurate 3D + tracking (100% final TPR)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4572000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68880" y="4297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Real-time: 15.2 ms/frame (66 FPS)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Summary and Impact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Achievements: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Perfect performance: 100% TPR, 0% FPR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Real-time capable: 66 FPS on commodity hardware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Accurate 3D: 0.49 ± 0.05m validated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✓ Interpretable: Can explain every decision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Key Lessons: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5544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Modular design enables effective debugging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Simple methods work when physics is clear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High baseline sensitivity provides robustness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• Conservative extensions add value safely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Applications: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Safety inspection, emergency response, accessibility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Questions?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Luleå University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 Extinguisher Detection, Decoy Rejection and 3D Localization</dc:title>
  <dc:subject>Fire Extinguisher Detection System</dc:subject>
  <dc:creator>Group 7 - R7020E</dc:creator>
  <cp:lastModifiedBy>Group 7 - R7020E</cp:lastModifiedBy>
  <cp:revision>1</cp:revision>
  <dcterms:created xsi:type="dcterms:W3CDTF">2026-10-26T14:03:49Z</dcterms:created>
  <dcterms:modified xsi:type="dcterms:W3CDTF">2026-10-26T14:03:49Z</dcterms:modified>
</cp:coreProperties>
</file>