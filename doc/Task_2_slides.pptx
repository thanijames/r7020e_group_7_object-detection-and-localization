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embeddedFontLst>
    <p:embeddedFont>
      <p:font typeface="Inter"/>
      <p:regular r:id="rId7"/>
      <p:bold r:id="rId8"/>
    </p:embeddedFont>
    <p:embeddedFont>
      <p:font typeface="JetBrains Mono"/>
      <p:bold r:id="rId9"/>
    </p:embeddedFont>
  </p:embeddedFontLst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980" autoAdjust="0"/>
  </p:normalViewPr>
  <p:slideViewPr>
    <p:cSldViewPr snapToGrid="0" snapToObjects="1">
      <p:cViewPr varScale="1">
        <p:scale>
          <a:sx n="84" d="100"/>
          <a:sy n="84" d="100"/>
        </p:scale>
        <p:origin x="614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17ABF-CF3F-453E-93EC-45291ADA8B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A37998-6BB7-4B0B-B37F-B8E6AABB06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9A6D5-6D6C-46CB-BE99-16DEA07AE2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2026-10-30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F31B9-1D05-4919-A1A4-108B903748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C72F6-0397-4D95-835A-7DC1591448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8C65D-38EC-4C61-BA9F-B1D92170B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F364F-A050-46B2-AA43-C2DA3C928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214CC-CD01-4C4F-AAB6-3475C5B3539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2026-10-30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AE8B7-FDB5-4EB8-BAD5-CDE45237749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1B9A6-8736-46BA-BE9A-036C192A1E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A422B-8CD6-4AD8-A3C0-A898FBD56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CB0CB-9819-40D1-AAC3-6B9ADB8E7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DEEEA-BC97-4C7F-8D45-9967C34DD7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2026-10-30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E5C2A-15EB-41EA-8F7D-6E59F27132A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CC0D8-3332-4831-8FF9-8372982E79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50E85-CF83-4347-99D1-323D9D6B9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FAE8C-8169-4F3E-B4DA-2C5B25743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E1193-B73F-4268-B97A-CD43B39B5BC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8082E-4181-4C6A-907E-00E8015B4CE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2026-10-30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E1802-3DF2-497A-94AA-866FA5EC127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2FF57-0396-4A96-9F68-E8F0B52B62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FB9F5-4B27-4C45-BED5-D49A3E9D5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FC28A-2D20-41D4-A6FD-E3FADA951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DD1247-ED81-4D73-A407-38ACCCE3493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33BE47-0D6C-4DEC-8B77-327B9CA942F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4A263F-63A0-488F-ABE4-E893B157458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F7283E-DB57-45D0-A3D8-2A397FE9166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2026-10-30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F88F44-BFF6-4BCE-87BB-8BC2F580AC2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2039A2-D789-48B3-842B-ADE13CEBC6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F179C-6BC8-4C2E-A073-EB22E5446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1D0CF-2AAD-4993-92DF-97061CCAEFF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2026-10-30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7279B5-B48E-4EB3-B41D-4080F07EEED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66DA3B-3C6B-4F4B-8C1C-C43AE8467B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63C05D-7B0A-47B2-9185-E9F556AF0A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2026-10-30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5CB1AE-73AE-4C0F-974A-A28062B977A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41593-1480-4F0E-9E03-0154ADD831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34A11-7C20-434C-ADF1-1E33EA341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D454A-6147-4547-96A6-56311561C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FCAA3-24AE-400D-AB48-1EB762A2C3C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912A24-11BD-4E7A-A1B4-ED5C536234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2026-10-30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F6806-F58C-4DED-A500-F090A78D503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7E81D-02DF-4554-8EFB-9738C083D4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D99CF-1628-4BB1-B320-91D0E9994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BD6E15-FFE5-4922-A249-00B6155487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ED84F9-F17C-4F79-9F3E-B098A028802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4ADCF-95F2-4F9F-83D8-38074381F3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2026-10-30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C22C6-6124-4015-B09F-3E4674779E6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819B6-6C49-43D1-9609-F1A782E68E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B3917-79D4-477C-99E6-DB3743CF1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FBD3A5-08C7-40B6-8F73-68DF1FEEC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18579-5BFB-44BD-A633-BF931024284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2026-10-30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4BCE0-FDC0-4A2A-82E3-F665DC940C1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CF7A4-0D53-448B-8E37-6A6A9C3558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E5F753-99B4-4232-91DF-923F3A5DA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808A4D-65C8-4766-A641-31D4E027E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42F85-98F2-4650-8AA4-FA7C5EF006D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2026-10-30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19565-7D91-4CC1-B4E0-DADF14121D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BF389-A373-4238-BF54-5450B38983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4184A6-606C-4562-AF59-898CCD99E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C97A0-5F9C-4759-A2F4-103EC5E73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EE567-5BD2-4657-9B43-2D54FA8315D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2026-10-30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2CEF1-21C1-4F40-907A-2967D29C0A3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65273-6511-4C79-9D12-4C1ECDCBFB3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0231AEB-346F-4C32-BBD6-3FC623232F57}"/>
              </a:ext>
            </a:extLst>
          </p:cNvPr>
          <p:cNvSpPr>
            <a:spLocks noGrp="1"/>
          </p:cNvSpPr>
          <p:nvPr/>
        </p:nvSpPr>
        <p:spPr>
          <a:xfrm>
            <a:off x="609600" y="1700212"/>
            <a:ext cx="4572000" cy="4400550"/>
          </a:xfrm>
          <a:prstGeom prst="roundRect">
            <a:avLst>
              <a:gd name="adj" fmla="val 3463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4D425DE-12F6-4308-8404-65A46B9F4F74}"/>
              </a:ext>
            </a:extLst>
          </p:cNvPr>
          <p:cNvSpPr>
            <a:spLocks noGrp="1"/>
          </p:cNvSpPr>
          <p:nvPr/>
        </p:nvSpPr>
        <p:spPr>
          <a:xfrm>
            <a:off x="5562600" y="2166044"/>
            <a:ext cx="6019800" cy="1620142"/>
          </a:xfrm>
          <a:prstGeom prst="roundRect">
            <a:avLst>
              <a:gd name="adj" fmla="val 9406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E4D89C3-F06A-4492-AABC-CE78E60D553D}"/>
              </a:ext>
            </a:extLst>
          </p:cNvPr>
          <p:cNvSpPr>
            <a:spLocks noGrp="1"/>
          </p:cNvSpPr>
          <p:nvPr/>
        </p:nvSpPr>
        <p:spPr>
          <a:xfrm>
            <a:off x="5562600" y="4014787"/>
            <a:ext cx="6019800" cy="1620142"/>
          </a:xfrm>
          <a:prstGeom prst="roundRect">
            <a:avLst>
              <a:gd name="adj" fmla="val 9406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957731-000A-47DB-A5BC-299A27655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1966912"/>
            <a:ext cx="3429000" cy="2476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F6C4F9-3D8C-47F6-8D72-3314F9382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4652962"/>
            <a:ext cx="152400" cy="171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7570AC-5CC2-4B62-ADF0-45E57F271A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5148262"/>
            <a:ext cx="152400" cy="1714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A98E5D-6DB7-49D8-BBF4-C564C98CD8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5453062"/>
            <a:ext cx="171450" cy="171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95E542-588A-43BD-9C79-6BBC12F1C5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829300" y="2698138"/>
            <a:ext cx="2019300" cy="5568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7CF18D-D447-48D5-A992-966FBC59A3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5829300" y="4530649"/>
            <a:ext cx="2381250" cy="5303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58A234-1DE4-472E-9FC4-8FFA15ACD8E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627048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125" b="1" i="0" u="none" dirty="0">
                <a:solidFill>
                  <a:srgbClr val="C53030"/>
                </a:solidFill>
                <a:latin typeface="Inter"/>
                <a:ea typeface="Inter"/>
                <a:cs typeface="Inter"/>
              </a:rPr>
              <a:t>REAL VS DECOY FILTER</a:t>
            </a:r>
            <a:r>
              <a:rPr lang="en-US" sz="1125" b="1" i="0" u="none" dirty="0">
                <a:solidFill>
                  <a:srgbClr val="C53030"/>
                </a:solidFill>
                <a:latin typeface="Inter"/>
                <a:ea typeface="Inter"/>
                <a:cs typeface="Inter"/>
              </a:rPr>
              <a:t>  1/4</a:t>
            </a:r>
            <a:endParaRPr sz="1125" b="1" i="0" u="none" dirty="0">
              <a:solidFill>
                <a:srgbClr val="C5303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07414E-5B28-4171-902D-9E8678AEBEA3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158240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700" b="1" i="0" u="none">
                <a:solidFill>
                  <a:srgbClr val="111827"/>
                </a:solidFill>
                <a:latin typeface="Inter"/>
                <a:ea typeface="Inter"/>
                <a:cs typeface="Inter"/>
              </a:rPr>
              <a:t>Two Depth Cues from Detector Boxes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65B11A-5213-400C-8447-94E3F8B0A07D}"/>
              </a:ext>
            </a:extLst>
          </p:cNvPr>
          <p:cNvSpPr>
            <a:spLocks noGrp="1"/>
          </p:cNvSpPr>
          <p:nvPr/>
        </p:nvSpPr>
        <p:spPr>
          <a:xfrm>
            <a:off x="876300" y="4633912"/>
            <a:ext cx="4286250" cy="20574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>
              <a:buNone/>
            </a:pPr>
            <a:r>
              <a:rPr sz="1350" b="1" i="0" u="none">
                <a:solidFill>
                  <a:srgbClr val="1D70B8"/>
                </a:solidFill>
                <a:latin typeface="Inter"/>
                <a:ea typeface="Inter"/>
                <a:cs typeface="Inter"/>
              </a:rPr>
              <a:t>Outer ring (+50% box pad): median valid depth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6D010F-8795-4231-8EE3-68D755853C29}"/>
              </a:ext>
            </a:extLst>
          </p:cNvPr>
          <p:cNvSpPr>
            <a:spLocks noGrp="1"/>
          </p:cNvSpPr>
          <p:nvPr/>
        </p:nvSpPr>
        <p:spPr>
          <a:xfrm>
            <a:off x="876300" y="5129212"/>
            <a:ext cx="4305300" cy="20574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>
              <a:buNone/>
            </a:pPr>
            <a:r>
              <a:rPr sz="1350" b="1" i="0" u="none">
                <a:solidFill>
                  <a:srgbClr val="111827"/>
                </a:solidFill>
                <a:latin typeface="Inter"/>
                <a:ea typeface="Inter"/>
                <a:cs typeface="Inter"/>
              </a:rPr>
              <a:t>Detector box: depth frame within 50 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6EA341-080B-404A-9A9C-800ADF570173}"/>
              </a:ext>
            </a:extLst>
          </p:cNvPr>
          <p:cNvSpPr>
            <a:spLocks noGrp="1"/>
          </p:cNvSpPr>
          <p:nvPr/>
        </p:nvSpPr>
        <p:spPr>
          <a:xfrm>
            <a:off x="876300" y="5434012"/>
            <a:ext cx="4286250" cy="205740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>
              <a:buNone/>
            </a:pPr>
            <a:r>
              <a:rPr sz="1350" b="1" i="0" u="none">
                <a:solidFill>
                  <a:srgbClr val="15803D"/>
                </a:solidFill>
                <a:latin typeface="Inter"/>
                <a:ea typeface="Inter"/>
                <a:cs typeface="Inter"/>
              </a:rPr>
              <a:t>Central half: 25th percentile of valid depth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669D89-8328-47F8-A8E8-97FE008DF01B}"/>
              </a:ext>
            </a:extLst>
          </p:cNvPr>
          <p:cNvSpPr>
            <a:spLocks noGrp="1"/>
          </p:cNvSpPr>
          <p:nvPr/>
        </p:nvSpPr>
        <p:spPr>
          <a:xfrm>
            <a:off x="5829300" y="2432744"/>
            <a:ext cx="2722563" cy="2514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650" b="1" i="0" u="none">
                <a:solidFill>
                  <a:srgbClr val="111827"/>
                </a:solidFill>
                <a:latin typeface="Inter"/>
                <a:ea typeface="Inter"/>
                <a:cs typeface="Inter"/>
              </a:rPr>
              <a:t>1. Projected box height (m)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D98A3-6FDA-45C3-AB0F-1FA3736BFC81}"/>
              </a:ext>
            </a:extLst>
          </p:cNvPr>
          <p:cNvSpPr>
            <a:spLocks noGrp="1"/>
          </p:cNvSpPr>
          <p:nvPr/>
        </p:nvSpPr>
        <p:spPr>
          <a:xfrm>
            <a:off x="5829300" y="3333750"/>
            <a:ext cx="4978400" cy="2057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350" b="0" i="0" u="none">
                <a:solidFill>
                  <a:srgbClr val="4B5563"/>
                </a:solidFill>
                <a:latin typeface="Inter"/>
                <a:ea typeface="Inter"/>
                <a:cs typeface="Inter"/>
              </a:rPr>
              <a:t>Estimates the metric height represented by the detection box.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F2BA83-C5E0-4DE7-9B92-0CBAB26AAA7C}"/>
              </a:ext>
            </a:extLst>
          </p:cNvPr>
          <p:cNvSpPr>
            <a:spLocks noGrp="1"/>
          </p:cNvSpPr>
          <p:nvPr/>
        </p:nvSpPr>
        <p:spPr>
          <a:xfrm>
            <a:off x="5829300" y="4281487"/>
            <a:ext cx="2624137" cy="2514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650" b="1" i="0" u="none">
                <a:solidFill>
                  <a:srgbClr val="111827"/>
                </a:solidFill>
                <a:latin typeface="Inter"/>
                <a:ea typeface="Inter"/>
                <a:cs typeface="Inter"/>
              </a:rPr>
              <a:t>2. Relative depth contrast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256BCA-4C1F-4495-8B8E-A5CB54AE37CB}"/>
              </a:ext>
            </a:extLst>
          </p:cNvPr>
          <p:cNvSpPr>
            <a:spLocks noGrp="1"/>
          </p:cNvSpPr>
          <p:nvPr/>
        </p:nvSpPr>
        <p:spPr>
          <a:xfrm>
            <a:off x="5829300" y="5210175"/>
            <a:ext cx="4098925" cy="2057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350" b="0" i="0" u="none">
                <a:solidFill>
                  <a:srgbClr val="4B5563"/>
                </a:solidFill>
                <a:latin typeface="Inter"/>
                <a:ea typeface="Inter"/>
                <a:cs typeface="Inter"/>
              </a:rPr>
              <a:t>Compares the ring depth with the central estimate.</a:t>
            </a:r>
          </a:p>
        </p:txBody>
      </p:sp>
    </p:spTree>
    <p:extLst>
      <p:ext uri="{BB962C8B-B14F-4D97-AF65-F5344CB8AC3E}">
        <p14:creationId xmlns:p14="http://schemas.microsoft.com/office/powerpoint/2010/main" val="1390081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B4C4278-46D8-4C49-B5BE-8AE34EE9EE61}"/>
              </a:ext>
            </a:extLst>
          </p:cNvPr>
          <p:cNvSpPr>
            <a:spLocks noGrp="1"/>
          </p:cNvSpPr>
          <p:nvPr/>
        </p:nvSpPr>
        <p:spPr>
          <a:xfrm>
            <a:off x="609600" y="4300537"/>
            <a:ext cx="10972800" cy="1323975"/>
          </a:xfrm>
          <a:prstGeom prst="roundRect">
            <a:avLst>
              <a:gd name="adj" fmla="val 11510"/>
            </a:avLst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B868C89-7A7E-4FB0-B2ED-D3161EC9630C}"/>
              </a:ext>
            </a:extLst>
          </p:cNvPr>
          <p:cNvSpPr>
            <a:spLocks noGrp="1"/>
          </p:cNvSpPr>
          <p:nvPr/>
        </p:nvSpPr>
        <p:spPr>
          <a:xfrm>
            <a:off x="609600" y="2176462"/>
            <a:ext cx="2321718" cy="1743075"/>
          </a:xfrm>
          <a:prstGeom prst="roundRect">
            <a:avLst>
              <a:gd name="adj" fmla="val 765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95C0F30-4199-4C73-B8A0-9D9A5CAA59EA}"/>
              </a:ext>
            </a:extLst>
          </p:cNvPr>
          <p:cNvSpPr>
            <a:spLocks noGrp="1"/>
          </p:cNvSpPr>
          <p:nvPr/>
        </p:nvSpPr>
        <p:spPr>
          <a:xfrm>
            <a:off x="3493293" y="2195512"/>
            <a:ext cx="2321718" cy="1704975"/>
          </a:xfrm>
          <a:prstGeom prst="roundRect">
            <a:avLst>
              <a:gd name="adj" fmla="val 7821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03F6B3A-353F-4345-9700-3F9AF9805D3F}"/>
              </a:ext>
            </a:extLst>
          </p:cNvPr>
          <p:cNvSpPr>
            <a:spLocks noGrp="1"/>
          </p:cNvSpPr>
          <p:nvPr/>
        </p:nvSpPr>
        <p:spPr>
          <a:xfrm>
            <a:off x="6376987" y="2295525"/>
            <a:ext cx="2321718" cy="1504950"/>
          </a:xfrm>
          <a:prstGeom prst="roundRect">
            <a:avLst>
              <a:gd name="adj" fmla="val 886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6FB2208-3314-4C25-85A2-4CF9AD4452F8}"/>
              </a:ext>
            </a:extLst>
          </p:cNvPr>
          <p:cNvSpPr>
            <a:spLocks noGrp="1"/>
          </p:cNvSpPr>
          <p:nvPr/>
        </p:nvSpPr>
        <p:spPr>
          <a:xfrm>
            <a:off x="9260681" y="2176462"/>
            <a:ext cx="2321718" cy="1743075"/>
          </a:xfrm>
          <a:prstGeom prst="roundRect">
            <a:avLst>
              <a:gd name="adj" fmla="val 765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7342B6-B227-4E81-B403-78C0759F8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818" y="2943225"/>
            <a:ext cx="180975" cy="209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1D1010-F1A4-4E0C-B72F-94DA60BE2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512" y="2943225"/>
            <a:ext cx="180975" cy="209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54FCDB-1F71-4F8A-B6E2-FE24FC54A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9206" y="2943225"/>
            <a:ext cx="180975" cy="2095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40D103-60B2-4157-A97F-7FED4FB3F2A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627048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125" b="1" i="0" u="none" dirty="0">
                <a:solidFill>
                  <a:srgbClr val="C53030"/>
                </a:solidFill>
                <a:latin typeface="Inter"/>
                <a:ea typeface="Inter"/>
                <a:cs typeface="Inter"/>
              </a:rPr>
              <a:t>REAL VS DECOY FILTER</a:t>
            </a:r>
            <a:r>
              <a:rPr lang="en-US" sz="1125" b="1" i="0" u="none" dirty="0">
                <a:solidFill>
                  <a:srgbClr val="C53030"/>
                </a:solidFill>
                <a:latin typeface="Inter"/>
                <a:ea typeface="Inter"/>
                <a:cs typeface="Inter"/>
              </a:rPr>
              <a:t>  2/4</a:t>
            </a:r>
            <a:endParaRPr sz="1125" b="1" i="0" u="none" dirty="0">
              <a:solidFill>
                <a:srgbClr val="C5303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BD57E0-C13E-4738-9C6D-F4003EB882F8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158240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700" b="1" i="0" u="none">
                <a:solidFill>
                  <a:srgbClr val="111827"/>
                </a:solidFill>
                <a:latin typeface="Inter"/>
                <a:ea typeface="Inter"/>
                <a:cs typeface="Inter"/>
              </a:rPr>
              <a:t>Threshold Selection and Decision Rule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7E2B10-F06C-4837-AAFC-ABB492150588}"/>
              </a:ext>
            </a:extLst>
          </p:cNvPr>
          <p:cNvSpPr>
            <a:spLocks noGrp="1"/>
          </p:cNvSpPr>
          <p:nvPr/>
        </p:nvSpPr>
        <p:spPr>
          <a:xfrm>
            <a:off x="819150" y="2443162"/>
            <a:ext cx="237827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125" b="1" i="0" u="none">
                <a:solidFill>
                  <a:srgbClr val="1D70B8"/>
                </a:solidFill>
                <a:latin typeface="Inter"/>
                <a:ea typeface="Inter"/>
                <a:cs typeface="Inter"/>
              </a:rPr>
              <a:t>STEP 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E7449-B19E-4E61-9F23-FDE656BA5F9E}"/>
              </a:ext>
            </a:extLst>
          </p:cNvPr>
          <p:cNvSpPr>
            <a:spLocks noGrp="1"/>
          </p:cNvSpPr>
          <p:nvPr/>
        </p:nvSpPr>
        <p:spPr>
          <a:xfrm>
            <a:off x="819150" y="2700337"/>
            <a:ext cx="2097762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75" b="1" i="0" u="none">
                <a:solidFill>
                  <a:srgbClr val="111827"/>
                </a:solidFill>
                <a:latin typeface="Inter"/>
                <a:ea typeface="Inter"/>
                <a:cs typeface="Inter"/>
              </a:rPr>
              <a:t>Reference Match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B0AB94-05B5-4C3F-8BE3-72211B3B9EE8}"/>
              </a:ext>
            </a:extLst>
          </p:cNvPr>
          <p:cNvSpPr>
            <a:spLocks noGrp="1"/>
          </p:cNvSpPr>
          <p:nvPr/>
        </p:nvSpPr>
        <p:spPr>
          <a:xfrm>
            <a:off x="819150" y="3190875"/>
            <a:ext cx="1997868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50" b="0" i="0" u="none">
                <a:solidFill>
                  <a:srgbClr val="4B5563"/>
                </a:solidFill>
                <a:latin typeface="Inter"/>
                <a:ea typeface="Inter"/>
                <a:cs typeface="Inter"/>
              </a:rPr>
              <a:t>Match a detector box by its centre inside a reference box.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411946-B8B4-460C-BE6C-0C8738FDD63E}"/>
              </a:ext>
            </a:extLst>
          </p:cNvPr>
          <p:cNvSpPr>
            <a:spLocks noGrp="1"/>
          </p:cNvSpPr>
          <p:nvPr/>
        </p:nvSpPr>
        <p:spPr>
          <a:xfrm>
            <a:off x="3702843" y="2462212"/>
            <a:ext cx="237827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125" b="1" i="0" u="none">
                <a:solidFill>
                  <a:srgbClr val="1D70B8"/>
                </a:solidFill>
                <a:latin typeface="Inter"/>
                <a:ea typeface="Inter"/>
                <a:cs typeface="Inter"/>
              </a:rPr>
              <a:t>STEP 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2AC11E-4601-4DFD-9AFB-32D4B0629B46}"/>
              </a:ext>
            </a:extLst>
          </p:cNvPr>
          <p:cNvSpPr>
            <a:spLocks noGrp="1"/>
          </p:cNvSpPr>
          <p:nvPr/>
        </p:nvSpPr>
        <p:spPr>
          <a:xfrm>
            <a:off x="3702843" y="2719387"/>
            <a:ext cx="1809750" cy="2400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575" b="1" i="0" u="none">
                <a:solidFill>
                  <a:srgbClr val="111827"/>
                </a:solidFill>
                <a:latin typeface="Inter"/>
                <a:ea typeface="Inter"/>
                <a:cs typeface="Inter"/>
              </a:rPr>
              <a:t>Three Time Blocks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5D2D30-D934-4030-9D22-4AD3CCC86200}"/>
              </a:ext>
            </a:extLst>
          </p:cNvPr>
          <p:cNvSpPr>
            <a:spLocks noGrp="1"/>
          </p:cNvSpPr>
          <p:nvPr/>
        </p:nvSpPr>
        <p:spPr>
          <a:xfrm>
            <a:off x="3702843" y="3028950"/>
            <a:ext cx="1997868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50" b="0" i="0" u="none">
                <a:solidFill>
                  <a:srgbClr val="4B5563"/>
                </a:solidFill>
                <a:latin typeface="Inter"/>
                <a:ea typeface="Inter"/>
                <a:cs typeface="Inter"/>
              </a:rPr>
              <a:t>Fit on two blocks, then check the held-out block.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F4408F-23C7-4F22-A99C-2218EFD46A21}"/>
              </a:ext>
            </a:extLst>
          </p:cNvPr>
          <p:cNvSpPr>
            <a:spLocks noGrp="1"/>
          </p:cNvSpPr>
          <p:nvPr/>
        </p:nvSpPr>
        <p:spPr>
          <a:xfrm>
            <a:off x="6586537" y="2562225"/>
            <a:ext cx="237827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125" b="1" i="0" u="none">
                <a:solidFill>
                  <a:srgbClr val="1D70B8"/>
                </a:solidFill>
                <a:latin typeface="Inter"/>
                <a:ea typeface="Inter"/>
                <a:cs typeface="Inter"/>
              </a:rPr>
              <a:t>STEP 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F405E3-1EC0-4098-9590-815FB75372A5}"/>
              </a:ext>
            </a:extLst>
          </p:cNvPr>
          <p:cNvSpPr>
            <a:spLocks noGrp="1"/>
          </p:cNvSpPr>
          <p:nvPr/>
        </p:nvSpPr>
        <p:spPr>
          <a:xfrm>
            <a:off x="6586537" y="2819400"/>
            <a:ext cx="1724025" cy="2400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575" b="1" i="0" u="none">
                <a:solidFill>
                  <a:srgbClr val="111827"/>
                </a:solidFill>
                <a:latin typeface="Inter"/>
                <a:ea typeface="Inter"/>
                <a:cs typeface="Inter"/>
              </a:rPr>
              <a:t>Threshold Search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FDE843-81CF-485B-87DE-BD9C71FFF611}"/>
              </a:ext>
            </a:extLst>
          </p:cNvPr>
          <p:cNvSpPr>
            <a:spLocks noGrp="1"/>
          </p:cNvSpPr>
          <p:nvPr/>
        </p:nvSpPr>
        <p:spPr>
          <a:xfrm>
            <a:off x="6586537" y="3076575"/>
            <a:ext cx="1997868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50" b="0" i="0" u="none">
                <a:solidFill>
                  <a:srgbClr val="4B5563"/>
                </a:solidFill>
                <a:latin typeface="Inter"/>
                <a:ea typeface="Inter"/>
                <a:cs typeface="Inter"/>
              </a:rPr>
              <a:t>Require real TPR ≥ 0.75, then minimize accepted decoys.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FA4F35-795E-406F-BE37-2CEB87505CBB}"/>
              </a:ext>
            </a:extLst>
          </p:cNvPr>
          <p:cNvSpPr>
            <a:spLocks noGrp="1"/>
          </p:cNvSpPr>
          <p:nvPr/>
        </p:nvSpPr>
        <p:spPr>
          <a:xfrm>
            <a:off x="9470231" y="2443162"/>
            <a:ext cx="237827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125" b="1" i="0" u="none">
                <a:solidFill>
                  <a:srgbClr val="1D70B8"/>
                </a:solidFill>
                <a:latin typeface="Inter"/>
                <a:ea typeface="Inter"/>
                <a:cs typeface="Inter"/>
              </a:rPr>
              <a:t>STEP 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2C88F3-5B29-4A2A-8792-24D76CA93924}"/>
              </a:ext>
            </a:extLst>
          </p:cNvPr>
          <p:cNvSpPr>
            <a:spLocks noGrp="1"/>
          </p:cNvSpPr>
          <p:nvPr/>
        </p:nvSpPr>
        <p:spPr>
          <a:xfrm>
            <a:off x="9470231" y="2700337"/>
            <a:ext cx="2097762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75" b="1" i="0" u="none">
                <a:solidFill>
                  <a:srgbClr val="111827"/>
                </a:solidFill>
                <a:latin typeface="Inter"/>
                <a:ea typeface="Inter"/>
                <a:cs typeface="Inter"/>
              </a:rPr>
              <a:t>Final Eval Fit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CF743D-5908-4187-9B40-C2256145D0F7}"/>
              </a:ext>
            </a:extLst>
          </p:cNvPr>
          <p:cNvSpPr>
            <a:spLocks noGrp="1"/>
          </p:cNvSpPr>
          <p:nvPr/>
        </p:nvSpPr>
        <p:spPr>
          <a:xfrm>
            <a:off x="9470231" y="3190875"/>
            <a:ext cx="1997868" cy="6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350" b="0" i="0" u="none">
                <a:solidFill>
                  <a:srgbClr val="4B5563"/>
                </a:solidFill>
                <a:latin typeface="Inter"/>
                <a:ea typeface="Inter"/>
                <a:cs typeface="Inter"/>
              </a:rPr>
              <a:t>Fit on all eval labels and save the thresholds for test.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9872B6-AABD-4883-AD03-D6C082366619}"/>
              </a:ext>
            </a:extLst>
          </p:cNvPr>
          <p:cNvSpPr>
            <a:spLocks noGrp="1"/>
          </p:cNvSpPr>
          <p:nvPr/>
        </p:nvSpPr>
        <p:spPr>
          <a:xfrm>
            <a:off x="1028700" y="4676775"/>
            <a:ext cx="6934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125" b="1" i="0" u="none">
                <a:solidFill>
                  <a:srgbClr val="93C5FD"/>
                </a:solidFill>
                <a:latin typeface="Inter"/>
                <a:ea typeface="Inter"/>
                <a:cs typeface="Inter"/>
              </a:rPr>
              <a:t>SAVED RULE (FINAL FIT ON EVAL DATA)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8434F8-4DEE-49B0-A306-469DC5C70A46}"/>
              </a:ext>
            </a:extLst>
          </p:cNvPr>
          <p:cNvSpPr>
            <a:spLocks noGrp="1"/>
          </p:cNvSpPr>
          <p:nvPr/>
        </p:nvSpPr>
        <p:spPr>
          <a:xfrm>
            <a:off x="1028700" y="4953000"/>
            <a:ext cx="5575300" cy="27432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>
            <a:defPPr>
              <a:defRPr sz="18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defPPr>
            <a:lvl1pPr>
              <a:defRPr sz="18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lvl1pPr>
            <a:lvl2pPr>
              <a:defRPr sz="18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lvl2pPr>
            <a:lvl3pPr>
              <a:defRPr sz="18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lvl3pPr>
            <a:lvl4pPr>
              <a:defRPr sz="18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lvl4pPr>
            <a:lvl5pPr>
              <a:defRPr sz="18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lvl5pPr>
            <a:lvl6pPr>
              <a:defRPr sz="18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lvl6pPr>
            <a:lvl7pPr>
              <a:defRPr sz="18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lvl7pPr>
            <a:lvl8pPr>
              <a:defRPr sz="18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lvl8pPr>
            <a:lvl9pPr>
              <a:defRPr sz="18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lvl9pPr>
          </a:lstStyle>
          <a:p>
            <a:pPr algn="l">
              <a:buNone/>
              <a:defRPr sz="1800" b="1">
                <a:solidFill>
                  <a:srgbClr val="FFF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00" b="1" i="0" u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height ≥ 0.5554 m  AND  contrast ≥ 0.1922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4408BB-C466-48DB-B90B-26F20C23F116}"/>
              </a:ext>
            </a:extLst>
          </p:cNvPr>
          <p:cNvSpPr>
            <a:spLocks noGrp="1"/>
          </p:cNvSpPr>
          <p:nvPr/>
        </p:nvSpPr>
        <p:spPr>
          <a:xfrm>
            <a:off x="8677275" y="4643437"/>
            <a:ext cx="2109788" cy="29718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>
            <a:defPPr>
              <a:defRPr sz="1950" b="1">
                <a:solidFill>
                  <a:srgbClr val="4ADE80"/>
                </a:solidFill>
                <a:latin typeface="Inter"/>
                <a:ea typeface="Inter"/>
                <a:cs typeface="Inter"/>
              </a:defRPr>
            </a:defPPr>
            <a:lvl1pPr>
              <a:defRPr sz="1950" b="1">
                <a:solidFill>
                  <a:srgbClr val="4ADE80"/>
                </a:solidFill>
                <a:latin typeface="Inter"/>
                <a:ea typeface="Inter"/>
                <a:cs typeface="Inter"/>
              </a:defRPr>
            </a:lvl1pPr>
            <a:lvl2pPr>
              <a:defRPr sz="1950" b="1">
                <a:solidFill>
                  <a:srgbClr val="4ADE80"/>
                </a:solidFill>
                <a:latin typeface="Inter"/>
                <a:ea typeface="Inter"/>
                <a:cs typeface="Inter"/>
              </a:defRPr>
            </a:lvl2pPr>
            <a:lvl3pPr>
              <a:defRPr sz="1950" b="1">
                <a:solidFill>
                  <a:srgbClr val="4ADE80"/>
                </a:solidFill>
                <a:latin typeface="Inter"/>
                <a:ea typeface="Inter"/>
                <a:cs typeface="Inter"/>
              </a:defRPr>
            </a:lvl3pPr>
            <a:lvl4pPr>
              <a:defRPr sz="1950" b="1">
                <a:solidFill>
                  <a:srgbClr val="4ADE80"/>
                </a:solidFill>
                <a:latin typeface="Inter"/>
                <a:ea typeface="Inter"/>
                <a:cs typeface="Inter"/>
              </a:defRPr>
            </a:lvl4pPr>
            <a:lvl5pPr>
              <a:defRPr sz="1950" b="1">
                <a:solidFill>
                  <a:srgbClr val="4ADE80"/>
                </a:solidFill>
                <a:latin typeface="Inter"/>
                <a:ea typeface="Inter"/>
                <a:cs typeface="Inter"/>
              </a:defRPr>
            </a:lvl5pPr>
            <a:lvl6pPr>
              <a:defRPr sz="1950" b="1">
                <a:solidFill>
                  <a:srgbClr val="4ADE80"/>
                </a:solidFill>
                <a:latin typeface="Inter"/>
                <a:ea typeface="Inter"/>
                <a:cs typeface="Inter"/>
              </a:defRPr>
            </a:lvl6pPr>
            <a:lvl7pPr>
              <a:defRPr sz="1950" b="1">
                <a:solidFill>
                  <a:srgbClr val="4ADE80"/>
                </a:solidFill>
                <a:latin typeface="Inter"/>
                <a:ea typeface="Inter"/>
                <a:cs typeface="Inter"/>
              </a:defRPr>
            </a:lvl7pPr>
            <a:lvl8pPr>
              <a:defRPr sz="1950" b="1">
                <a:solidFill>
                  <a:srgbClr val="4ADE80"/>
                </a:solidFill>
                <a:latin typeface="Inter"/>
                <a:ea typeface="Inter"/>
                <a:cs typeface="Inter"/>
              </a:defRPr>
            </a:lvl8pPr>
            <a:lvl9pPr>
              <a:defRPr sz="1950" b="1">
                <a:solidFill>
                  <a:srgbClr val="4ADE80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buNone/>
              <a:defRPr sz="1950" b="1">
                <a:solidFill>
                  <a:srgbClr val="4ADE80"/>
                </a:solidFill>
                <a:latin typeface="Inter"/>
                <a:ea typeface="Inter"/>
                <a:cs typeface="Inter"/>
              </a:defRPr>
            </a:pPr>
            <a:r>
              <a:rPr sz="1950" b="1" i="0" u="none">
                <a:solidFill>
                  <a:srgbClr val="4ADE80"/>
                </a:solidFill>
                <a:latin typeface="Inter"/>
                <a:ea typeface="Inter"/>
                <a:cs typeface="Inter"/>
              </a:rPr>
              <a:t>REAL if both pass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1BD820-4A15-416A-B084-DF24D0C43C49}"/>
              </a:ext>
            </a:extLst>
          </p:cNvPr>
          <p:cNvSpPr>
            <a:spLocks noGrp="1"/>
          </p:cNvSpPr>
          <p:nvPr/>
        </p:nvSpPr>
        <p:spPr>
          <a:xfrm>
            <a:off x="8677275" y="5072062"/>
            <a:ext cx="1936750" cy="2057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350" b="0" i="0" u="none">
                <a:solidFill>
                  <a:srgbClr val="D1D5DB"/>
                </a:solidFill>
                <a:latin typeface="Inter"/>
                <a:ea typeface="Inter"/>
                <a:cs typeface="Inter"/>
              </a:rPr>
              <a:t>Both cues must be valid</a:t>
            </a:r>
          </a:p>
        </p:txBody>
      </p:sp>
    </p:spTree>
    <p:extLst>
      <p:ext uri="{BB962C8B-B14F-4D97-AF65-F5344CB8AC3E}">
        <p14:creationId xmlns:p14="http://schemas.microsoft.com/office/powerpoint/2010/main" val="605502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02EF39-9266-45E3-BD04-E6E4D377E940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627048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125" b="1" i="0" u="none" dirty="0">
                <a:solidFill>
                  <a:srgbClr val="C53030"/>
                </a:solidFill>
                <a:latin typeface="Inter"/>
                <a:ea typeface="Inter"/>
                <a:cs typeface="Inter"/>
              </a:rPr>
              <a:t>REAL VS DECOY FILTER</a:t>
            </a:r>
            <a:r>
              <a:rPr lang="en-US" sz="1125" b="1" i="0" u="none" dirty="0">
                <a:solidFill>
                  <a:srgbClr val="C53030"/>
                </a:solidFill>
                <a:latin typeface="Inter"/>
                <a:ea typeface="Inter"/>
                <a:cs typeface="Inter"/>
              </a:rPr>
              <a:t>  3/4</a:t>
            </a:r>
            <a:endParaRPr sz="1125" b="1" i="0" u="none" dirty="0">
              <a:solidFill>
                <a:srgbClr val="C5303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049911-3A93-49DE-933C-22C60968D8C3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158240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700" b="1" i="0" u="none">
                <a:solidFill>
                  <a:srgbClr val="111827"/>
                </a:solidFill>
                <a:latin typeface="Inter"/>
                <a:ea typeface="Inter"/>
                <a:cs typeface="Inter"/>
              </a:rPr>
              <a:t>Eval Depth Cues and Held-Out Results</a:t>
            </a:r>
          </a:p>
        </p:txBody>
      </p:sp>
      <p:sp>
        <p:nvSpPr>
          <p:cNvPr id="5" name="scatter-panel">
            <a:extLst>
              <a:ext uri="{FF2B5EF4-FFF2-40B4-BE49-F238E27FC236}">
                <a16:creationId xmlns:a16="http://schemas.microsoft.com/office/drawing/2014/main" id="{F6036A68-8C7D-45D2-A703-353B0E148ED3}"/>
              </a:ext>
            </a:extLst>
          </p:cNvPr>
          <p:cNvSpPr>
            <a:spLocks noGrp="1"/>
          </p:cNvSpPr>
          <p:nvPr/>
        </p:nvSpPr>
        <p:spPr>
          <a:xfrm>
            <a:off x="609600" y="1476375"/>
            <a:ext cx="7143750" cy="4238625"/>
          </a:xfrm>
          <a:prstGeom prst="roundRect">
            <a:avLst>
              <a:gd name="adj" fmla="val 3820"/>
            </a:avLst>
          </a:prstGeom>
          <a:solidFill>
            <a:srgbClr val="F7F9FB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" name="validation-panel">
            <a:extLst>
              <a:ext uri="{FF2B5EF4-FFF2-40B4-BE49-F238E27FC236}">
                <a16:creationId xmlns:a16="http://schemas.microsoft.com/office/drawing/2014/main" id="{EE2A87CB-3A77-4172-B913-C59124C35113}"/>
              </a:ext>
            </a:extLst>
          </p:cNvPr>
          <p:cNvSpPr>
            <a:spLocks noGrp="1"/>
          </p:cNvSpPr>
          <p:nvPr/>
        </p:nvSpPr>
        <p:spPr>
          <a:xfrm>
            <a:off x="7981950" y="1476375"/>
            <a:ext cx="3600450" cy="4238625"/>
          </a:xfrm>
          <a:prstGeom prst="roundRect">
            <a:avLst>
              <a:gd name="adj" fmla="val 4497"/>
            </a:avLst>
          </a:prstGeom>
          <a:solidFill>
            <a:srgbClr val="F7F9FB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" name="scatter-title">
            <a:extLst>
              <a:ext uri="{FF2B5EF4-FFF2-40B4-BE49-F238E27FC236}">
                <a16:creationId xmlns:a16="http://schemas.microsoft.com/office/drawing/2014/main" id="{A25F0D9B-693C-4D10-9D93-FEAFDDA22252}"/>
              </a:ext>
            </a:extLst>
          </p:cNvPr>
          <p:cNvSpPr>
            <a:spLocks noGrp="1"/>
          </p:cNvSpPr>
          <p:nvPr/>
        </p:nvSpPr>
        <p:spPr>
          <a:xfrm>
            <a:off x="838200" y="1619250"/>
            <a:ext cx="666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defPPr>
            <a:lvl1pPr algn="l">
              <a:defRPr sz="15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1pPr>
            <a:lvl2pPr algn="l">
              <a:defRPr sz="15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2pPr>
            <a:lvl3pPr algn="l">
              <a:defRPr sz="15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3pPr>
            <a:lvl4pPr algn="l">
              <a:defRPr sz="15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4pPr>
            <a:lvl5pPr algn="l">
              <a:defRPr sz="15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5pPr>
            <a:lvl6pPr algn="l">
              <a:defRPr sz="15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6pPr>
            <a:lvl7pPr algn="l">
              <a:defRPr sz="15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7pPr>
            <a:lvl8pPr algn="l">
              <a:defRPr sz="15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8pPr>
            <a:lvl9pPr algn="l">
              <a:defRPr sz="15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50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Matched candidates with both depth cues</a:t>
            </a:r>
          </a:p>
        </p:txBody>
      </p:sp>
      <p:sp>
        <p:nvSpPr>
          <p:cNvPr id="8" name="scatter-y">
            <a:extLst>
              <a:ext uri="{FF2B5EF4-FFF2-40B4-BE49-F238E27FC236}">
                <a16:creationId xmlns:a16="http://schemas.microsoft.com/office/drawing/2014/main" id="{F14B7C6C-4290-4129-B771-F4694BE8A525}"/>
              </a:ext>
            </a:extLst>
          </p:cNvPr>
          <p:cNvSpPr>
            <a:spLocks noGrp="1"/>
          </p:cNvSpPr>
          <p:nvPr/>
        </p:nvSpPr>
        <p:spPr>
          <a:xfrm>
            <a:off x="857250" y="1876425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defPPr>
            <a:lvl1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  <a:lvl2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2pPr>
            <a:lvl3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3pPr>
            <a:lvl4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4pPr>
            <a:lvl5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5pPr>
            <a:lvl6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6pPr>
            <a:lvl7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7pPr>
            <a:lvl8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8pPr>
            <a:lvl9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Relative contrast</a:t>
            </a:r>
          </a:p>
        </p:txBody>
      </p:sp>
      <p:sp>
        <p:nvSpPr>
          <p:cNvPr id="9" name="scatter-plot-background">
            <a:extLst>
              <a:ext uri="{FF2B5EF4-FFF2-40B4-BE49-F238E27FC236}">
                <a16:creationId xmlns:a16="http://schemas.microsoft.com/office/drawing/2014/main" id="{EB2374E6-B308-49FF-ADD2-86E286AC42AA}"/>
              </a:ext>
            </a:extLst>
          </p:cNvPr>
          <p:cNvSpPr>
            <a:spLocks noGrp="1"/>
          </p:cNvSpPr>
          <p:nvPr/>
        </p:nvSpPr>
        <p:spPr>
          <a:xfrm>
            <a:off x="1200150" y="2095500"/>
            <a:ext cx="6096000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FEF5EDA5-A692-487B-8FED-8CCAED4CEBAA}"/>
              </a:ext>
            </a:extLst>
          </p:cNvPr>
          <p:cNvSpPr>
            <a:spLocks noGrp="1"/>
          </p:cNvSpPr>
          <p:nvPr/>
        </p:nvSpPr>
        <p:spPr>
          <a:xfrm>
            <a:off x="1200150" y="2095500"/>
            <a:ext cx="0" cy="2571750"/>
          </a:xfrm>
          <a:prstGeom prst="line">
            <a:avLst/>
          </a:prstGeom>
          <a:noFill/>
          <a:ln w="5715">
            <a:solidFill>
              <a:srgbClr val="D8E0E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x-tick-0">
            <a:extLst>
              <a:ext uri="{FF2B5EF4-FFF2-40B4-BE49-F238E27FC236}">
                <a16:creationId xmlns:a16="http://schemas.microsoft.com/office/drawing/2014/main" id="{C794F4CB-DB03-4425-9769-9C484B697007}"/>
              </a:ext>
            </a:extLst>
          </p:cNvPr>
          <p:cNvSpPr>
            <a:spLocks noGrp="1"/>
          </p:cNvSpPr>
          <p:nvPr/>
        </p:nvSpPr>
        <p:spPr>
          <a:xfrm>
            <a:off x="942975" y="470535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defPPr>
            <a:lvl1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  <a:lvl2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2pPr>
            <a:lvl3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3pPr>
            <a:lvl4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4pPr>
            <a:lvl5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5pPr>
            <a:lvl6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6pPr>
            <a:lvl7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7pPr>
            <a:lvl8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8pPr>
            <a:lvl9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0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6A3E6E9-C747-4842-BCE3-46AC7A827E99}"/>
              </a:ext>
            </a:extLst>
          </p:cNvPr>
          <p:cNvSpPr>
            <a:spLocks noGrp="1"/>
          </p:cNvSpPr>
          <p:nvPr/>
        </p:nvSpPr>
        <p:spPr>
          <a:xfrm>
            <a:off x="2724150" y="2095500"/>
            <a:ext cx="0" cy="2571750"/>
          </a:xfrm>
          <a:prstGeom prst="line">
            <a:avLst/>
          </a:prstGeom>
          <a:noFill/>
          <a:ln w="5715">
            <a:solidFill>
              <a:srgbClr val="D8E0E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x-tick-0.4">
            <a:extLst>
              <a:ext uri="{FF2B5EF4-FFF2-40B4-BE49-F238E27FC236}">
                <a16:creationId xmlns:a16="http://schemas.microsoft.com/office/drawing/2014/main" id="{3618113B-3BD0-4074-A1B5-086B729FCCCB}"/>
              </a:ext>
            </a:extLst>
          </p:cNvPr>
          <p:cNvSpPr>
            <a:spLocks noGrp="1"/>
          </p:cNvSpPr>
          <p:nvPr/>
        </p:nvSpPr>
        <p:spPr>
          <a:xfrm>
            <a:off x="2466975" y="470535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defPPr>
            <a:lvl1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  <a:lvl2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2pPr>
            <a:lvl3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3pPr>
            <a:lvl4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4pPr>
            <a:lvl5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5pPr>
            <a:lvl6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6pPr>
            <a:lvl7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7pPr>
            <a:lvl8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8pPr>
            <a:lvl9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0.4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4D18A40E-6608-4EC5-A99B-FB154DD8B215}"/>
              </a:ext>
            </a:extLst>
          </p:cNvPr>
          <p:cNvSpPr>
            <a:spLocks noGrp="1"/>
          </p:cNvSpPr>
          <p:nvPr/>
        </p:nvSpPr>
        <p:spPr>
          <a:xfrm>
            <a:off x="4248150" y="2095500"/>
            <a:ext cx="0" cy="2571750"/>
          </a:xfrm>
          <a:prstGeom prst="line">
            <a:avLst/>
          </a:prstGeom>
          <a:noFill/>
          <a:ln w="5715">
            <a:solidFill>
              <a:srgbClr val="D8E0E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x-tick-0.8">
            <a:extLst>
              <a:ext uri="{FF2B5EF4-FFF2-40B4-BE49-F238E27FC236}">
                <a16:creationId xmlns:a16="http://schemas.microsoft.com/office/drawing/2014/main" id="{110FAE6F-F869-480A-A72A-87AB465A0302}"/>
              </a:ext>
            </a:extLst>
          </p:cNvPr>
          <p:cNvSpPr>
            <a:spLocks noGrp="1"/>
          </p:cNvSpPr>
          <p:nvPr/>
        </p:nvSpPr>
        <p:spPr>
          <a:xfrm>
            <a:off x="3990975" y="470535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defPPr>
            <a:lvl1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  <a:lvl2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2pPr>
            <a:lvl3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3pPr>
            <a:lvl4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4pPr>
            <a:lvl5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5pPr>
            <a:lvl6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6pPr>
            <a:lvl7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7pPr>
            <a:lvl8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8pPr>
            <a:lvl9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0.8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80151ECC-2AF6-4233-AFA9-C6C8C21F8C1D}"/>
              </a:ext>
            </a:extLst>
          </p:cNvPr>
          <p:cNvSpPr>
            <a:spLocks noGrp="1"/>
          </p:cNvSpPr>
          <p:nvPr/>
        </p:nvSpPr>
        <p:spPr>
          <a:xfrm>
            <a:off x="5772150" y="2095500"/>
            <a:ext cx="0" cy="2571750"/>
          </a:xfrm>
          <a:prstGeom prst="line">
            <a:avLst/>
          </a:prstGeom>
          <a:noFill/>
          <a:ln w="5715">
            <a:solidFill>
              <a:srgbClr val="D8E0E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x-tick-1.2">
            <a:extLst>
              <a:ext uri="{FF2B5EF4-FFF2-40B4-BE49-F238E27FC236}">
                <a16:creationId xmlns:a16="http://schemas.microsoft.com/office/drawing/2014/main" id="{A1DAC8EB-D237-41FA-B829-88D4D5C4C943}"/>
              </a:ext>
            </a:extLst>
          </p:cNvPr>
          <p:cNvSpPr>
            <a:spLocks noGrp="1"/>
          </p:cNvSpPr>
          <p:nvPr/>
        </p:nvSpPr>
        <p:spPr>
          <a:xfrm>
            <a:off x="5514975" y="470535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defPPr>
            <a:lvl1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  <a:lvl2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2pPr>
            <a:lvl3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3pPr>
            <a:lvl4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4pPr>
            <a:lvl5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5pPr>
            <a:lvl6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6pPr>
            <a:lvl7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7pPr>
            <a:lvl8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8pPr>
            <a:lvl9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1.2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C3861F7-9A19-4E2C-A81C-771156037C42}"/>
              </a:ext>
            </a:extLst>
          </p:cNvPr>
          <p:cNvSpPr>
            <a:spLocks noGrp="1"/>
          </p:cNvSpPr>
          <p:nvPr/>
        </p:nvSpPr>
        <p:spPr>
          <a:xfrm>
            <a:off x="7296150" y="2095500"/>
            <a:ext cx="0" cy="2571750"/>
          </a:xfrm>
          <a:prstGeom prst="line">
            <a:avLst/>
          </a:prstGeom>
          <a:noFill/>
          <a:ln w="5715">
            <a:solidFill>
              <a:srgbClr val="D8E0E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x-tick-1.6">
            <a:extLst>
              <a:ext uri="{FF2B5EF4-FFF2-40B4-BE49-F238E27FC236}">
                <a16:creationId xmlns:a16="http://schemas.microsoft.com/office/drawing/2014/main" id="{5FBED698-8B76-4C9F-9F6C-7C3D0846CCDF}"/>
              </a:ext>
            </a:extLst>
          </p:cNvPr>
          <p:cNvSpPr>
            <a:spLocks noGrp="1"/>
          </p:cNvSpPr>
          <p:nvPr/>
        </p:nvSpPr>
        <p:spPr>
          <a:xfrm>
            <a:off x="7038975" y="4705350"/>
            <a:ext cx="523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defPPr>
            <a:lvl1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  <a:lvl2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2pPr>
            <a:lvl3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3pPr>
            <a:lvl4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4pPr>
            <a:lvl5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5pPr>
            <a:lvl6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6pPr>
            <a:lvl7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7pPr>
            <a:lvl8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8pPr>
            <a:lvl9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1.6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3568E55-D910-4D7F-A8D4-4125DF36FDF6}"/>
              </a:ext>
            </a:extLst>
          </p:cNvPr>
          <p:cNvSpPr>
            <a:spLocks noGrp="1"/>
          </p:cNvSpPr>
          <p:nvPr/>
        </p:nvSpPr>
        <p:spPr>
          <a:xfrm>
            <a:off x="1200150" y="4667250"/>
            <a:ext cx="6096000" cy="0"/>
          </a:xfrm>
          <a:prstGeom prst="line">
            <a:avLst/>
          </a:prstGeom>
          <a:noFill/>
          <a:ln w="5715">
            <a:solidFill>
              <a:srgbClr val="D8E0E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y-tick--0.5">
            <a:extLst>
              <a:ext uri="{FF2B5EF4-FFF2-40B4-BE49-F238E27FC236}">
                <a16:creationId xmlns:a16="http://schemas.microsoft.com/office/drawing/2014/main" id="{0A198BD5-058D-498A-B3FC-1A39C4DE3125}"/>
              </a:ext>
            </a:extLst>
          </p:cNvPr>
          <p:cNvSpPr>
            <a:spLocks noGrp="1"/>
          </p:cNvSpPr>
          <p:nvPr/>
        </p:nvSpPr>
        <p:spPr>
          <a:xfrm>
            <a:off x="752475" y="45720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defPPr>
            <a:lvl1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  <a:lvl2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2pPr>
            <a:lvl3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3pPr>
            <a:lvl4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4pPr>
            <a:lvl5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5pPr>
            <a:lvl6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6pPr>
            <a:lvl7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7pPr>
            <a:lvl8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8pPr>
            <a:lvl9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-0.5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4E332B48-951B-47D0-8413-37D5B367E7C6}"/>
              </a:ext>
            </a:extLst>
          </p:cNvPr>
          <p:cNvSpPr>
            <a:spLocks noGrp="1"/>
          </p:cNvSpPr>
          <p:nvPr/>
        </p:nvSpPr>
        <p:spPr>
          <a:xfrm>
            <a:off x="1200150" y="4238625"/>
            <a:ext cx="6096000" cy="0"/>
          </a:xfrm>
          <a:prstGeom prst="line">
            <a:avLst/>
          </a:prstGeom>
          <a:noFill/>
          <a:ln w="5715">
            <a:solidFill>
              <a:srgbClr val="D8E0E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y-tick-0.5">
            <a:extLst>
              <a:ext uri="{FF2B5EF4-FFF2-40B4-BE49-F238E27FC236}">
                <a16:creationId xmlns:a16="http://schemas.microsoft.com/office/drawing/2014/main" id="{692B66B1-9ECB-4395-B9D1-D8FEE7C5F2A6}"/>
              </a:ext>
            </a:extLst>
          </p:cNvPr>
          <p:cNvSpPr>
            <a:spLocks noGrp="1"/>
          </p:cNvSpPr>
          <p:nvPr/>
        </p:nvSpPr>
        <p:spPr>
          <a:xfrm>
            <a:off x="752475" y="4143375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defPPr>
            <a:lvl1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  <a:lvl2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2pPr>
            <a:lvl3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3pPr>
            <a:lvl4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4pPr>
            <a:lvl5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5pPr>
            <a:lvl6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6pPr>
            <a:lvl7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7pPr>
            <a:lvl8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8pPr>
            <a:lvl9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0.5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17332CCB-F2FC-4E4B-8E1A-F583575637D0}"/>
              </a:ext>
            </a:extLst>
          </p:cNvPr>
          <p:cNvSpPr>
            <a:spLocks noGrp="1"/>
          </p:cNvSpPr>
          <p:nvPr/>
        </p:nvSpPr>
        <p:spPr>
          <a:xfrm>
            <a:off x="1200150" y="3810000"/>
            <a:ext cx="6096000" cy="0"/>
          </a:xfrm>
          <a:prstGeom prst="line">
            <a:avLst/>
          </a:prstGeom>
          <a:noFill/>
          <a:ln w="5715">
            <a:solidFill>
              <a:srgbClr val="D8E0E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y-tick-1.5">
            <a:extLst>
              <a:ext uri="{FF2B5EF4-FFF2-40B4-BE49-F238E27FC236}">
                <a16:creationId xmlns:a16="http://schemas.microsoft.com/office/drawing/2014/main" id="{D0D3C410-355C-49B0-89DD-6FEFB915FD43}"/>
              </a:ext>
            </a:extLst>
          </p:cNvPr>
          <p:cNvSpPr>
            <a:spLocks noGrp="1"/>
          </p:cNvSpPr>
          <p:nvPr/>
        </p:nvSpPr>
        <p:spPr>
          <a:xfrm>
            <a:off x="752475" y="371475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defPPr>
            <a:lvl1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  <a:lvl2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2pPr>
            <a:lvl3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3pPr>
            <a:lvl4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4pPr>
            <a:lvl5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5pPr>
            <a:lvl6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6pPr>
            <a:lvl7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7pPr>
            <a:lvl8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8pPr>
            <a:lvl9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1.5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80BC20C5-7751-4A88-AE4B-439810B8E037}"/>
              </a:ext>
            </a:extLst>
          </p:cNvPr>
          <p:cNvSpPr>
            <a:spLocks noGrp="1"/>
          </p:cNvSpPr>
          <p:nvPr/>
        </p:nvSpPr>
        <p:spPr>
          <a:xfrm>
            <a:off x="1200150" y="3381375"/>
            <a:ext cx="6096000" cy="0"/>
          </a:xfrm>
          <a:prstGeom prst="line">
            <a:avLst/>
          </a:prstGeom>
          <a:noFill/>
          <a:ln w="5715">
            <a:solidFill>
              <a:srgbClr val="D8E0E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y-tick-2.5">
            <a:extLst>
              <a:ext uri="{FF2B5EF4-FFF2-40B4-BE49-F238E27FC236}">
                <a16:creationId xmlns:a16="http://schemas.microsoft.com/office/drawing/2014/main" id="{F13A4D4F-26BA-42C0-89DE-E89722FBB287}"/>
              </a:ext>
            </a:extLst>
          </p:cNvPr>
          <p:cNvSpPr>
            <a:spLocks noGrp="1"/>
          </p:cNvSpPr>
          <p:nvPr/>
        </p:nvSpPr>
        <p:spPr>
          <a:xfrm>
            <a:off x="752475" y="3286125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defPPr>
            <a:lvl1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  <a:lvl2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2pPr>
            <a:lvl3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3pPr>
            <a:lvl4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4pPr>
            <a:lvl5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5pPr>
            <a:lvl6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6pPr>
            <a:lvl7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7pPr>
            <a:lvl8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8pPr>
            <a:lvl9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2.5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BB22419C-808C-4BFF-8CA4-23A59395074B}"/>
              </a:ext>
            </a:extLst>
          </p:cNvPr>
          <p:cNvSpPr>
            <a:spLocks noGrp="1"/>
          </p:cNvSpPr>
          <p:nvPr/>
        </p:nvSpPr>
        <p:spPr>
          <a:xfrm>
            <a:off x="1200150" y="2952750"/>
            <a:ext cx="6096000" cy="0"/>
          </a:xfrm>
          <a:prstGeom prst="line">
            <a:avLst/>
          </a:prstGeom>
          <a:noFill/>
          <a:ln w="5715">
            <a:solidFill>
              <a:srgbClr val="D8E0E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y-tick-3.5">
            <a:extLst>
              <a:ext uri="{FF2B5EF4-FFF2-40B4-BE49-F238E27FC236}">
                <a16:creationId xmlns:a16="http://schemas.microsoft.com/office/drawing/2014/main" id="{5CC4217A-5202-4304-BF25-5E20CBBF2F21}"/>
              </a:ext>
            </a:extLst>
          </p:cNvPr>
          <p:cNvSpPr>
            <a:spLocks noGrp="1"/>
          </p:cNvSpPr>
          <p:nvPr/>
        </p:nvSpPr>
        <p:spPr>
          <a:xfrm>
            <a:off x="752475" y="285750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defPPr>
            <a:lvl1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  <a:lvl2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2pPr>
            <a:lvl3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3pPr>
            <a:lvl4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4pPr>
            <a:lvl5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5pPr>
            <a:lvl6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6pPr>
            <a:lvl7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7pPr>
            <a:lvl8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8pPr>
            <a:lvl9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3.5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43D64E10-AF7C-4E43-87D9-47BA7EEEC44A}"/>
              </a:ext>
            </a:extLst>
          </p:cNvPr>
          <p:cNvSpPr>
            <a:spLocks noGrp="1"/>
          </p:cNvSpPr>
          <p:nvPr/>
        </p:nvSpPr>
        <p:spPr>
          <a:xfrm>
            <a:off x="1200150" y="2524125"/>
            <a:ext cx="6096000" cy="0"/>
          </a:xfrm>
          <a:prstGeom prst="line">
            <a:avLst/>
          </a:prstGeom>
          <a:noFill/>
          <a:ln w="5715">
            <a:solidFill>
              <a:srgbClr val="D8E0E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y-tick-4.5">
            <a:extLst>
              <a:ext uri="{FF2B5EF4-FFF2-40B4-BE49-F238E27FC236}">
                <a16:creationId xmlns:a16="http://schemas.microsoft.com/office/drawing/2014/main" id="{0B7D6065-8C44-4A24-AC9B-4DB61336830A}"/>
              </a:ext>
            </a:extLst>
          </p:cNvPr>
          <p:cNvSpPr>
            <a:spLocks noGrp="1"/>
          </p:cNvSpPr>
          <p:nvPr/>
        </p:nvSpPr>
        <p:spPr>
          <a:xfrm>
            <a:off x="752475" y="2428875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defPPr>
            <a:lvl1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  <a:lvl2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2pPr>
            <a:lvl3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3pPr>
            <a:lvl4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4pPr>
            <a:lvl5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5pPr>
            <a:lvl6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6pPr>
            <a:lvl7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7pPr>
            <a:lvl8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8pPr>
            <a:lvl9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4.5</a:t>
            </a:r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4EADD043-1DD3-4AAE-ACF1-2FF91168DD90}"/>
              </a:ext>
            </a:extLst>
          </p:cNvPr>
          <p:cNvSpPr>
            <a:spLocks noGrp="1"/>
          </p:cNvSpPr>
          <p:nvPr/>
        </p:nvSpPr>
        <p:spPr>
          <a:xfrm>
            <a:off x="1200150" y="2095500"/>
            <a:ext cx="6096000" cy="0"/>
          </a:xfrm>
          <a:prstGeom prst="line">
            <a:avLst/>
          </a:prstGeom>
          <a:noFill/>
          <a:ln w="5715">
            <a:solidFill>
              <a:srgbClr val="D8E0E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y-tick-5.5">
            <a:extLst>
              <a:ext uri="{FF2B5EF4-FFF2-40B4-BE49-F238E27FC236}">
                <a16:creationId xmlns:a16="http://schemas.microsoft.com/office/drawing/2014/main" id="{43D89D3B-CB52-4124-A270-E005F78C19F3}"/>
              </a:ext>
            </a:extLst>
          </p:cNvPr>
          <p:cNvSpPr>
            <a:spLocks noGrp="1"/>
          </p:cNvSpPr>
          <p:nvPr/>
        </p:nvSpPr>
        <p:spPr>
          <a:xfrm>
            <a:off x="752475" y="2000250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defPPr>
            <a:lvl1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  <a:lvl2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2pPr>
            <a:lvl3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3pPr>
            <a:lvl4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4pPr>
            <a:lvl5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5pPr>
            <a:lvl6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6pPr>
            <a:lvl7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7pPr>
            <a:lvl8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8pPr>
            <a:lvl9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5.5</a:t>
            </a:r>
          </a:p>
        </p:txBody>
      </p:sp>
      <p:sp>
        <p:nvSpPr>
          <p:cNvPr id="34" name="candidate-0">
            <a:extLst>
              <a:ext uri="{FF2B5EF4-FFF2-40B4-BE49-F238E27FC236}">
                <a16:creationId xmlns:a16="http://schemas.microsoft.com/office/drawing/2014/main" id="{75953545-402E-4877-9384-7C3E4C231E1C}"/>
              </a:ext>
            </a:extLst>
          </p:cNvPr>
          <p:cNvSpPr>
            <a:spLocks noGrp="1"/>
          </p:cNvSpPr>
          <p:nvPr/>
        </p:nvSpPr>
        <p:spPr>
          <a:xfrm>
            <a:off x="5034039" y="4033620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candidate-1">
            <a:extLst>
              <a:ext uri="{FF2B5EF4-FFF2-40B4-BE49-F238E27FC236}">
                <a16:creationId xmlns:a16="http://schemas.microsoft.com/office/drawing/2014/main" id="{4894F9DC-9E6A-4036-B41C-4C4A5C61F72A}"/>
              </a:ext>
            </a:extLst>
          </p:cNvPr>
          <p:cNvSpPr>
            <a:spLocks noGrp="1"/>
          </p:cNvSpPr>
          <p:nvPr/>
        </p:nvSpPr>
        <p:spPr>
          <a:xfrm>
            <a:off x="2531918" y="4417268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candidate-2">
            <a:extLst>
              <a:ext uri="{FF2B5EF4-FFF2-40B4-BE49-F238E27FC236}">
                <a16:creationId xmlns:a16="http://schemas.microsoft.com/office/drawing/2014/main" id="{67D05ACD-3245-404D-A1D6-B49705A09985}"/>
              </a:ext>
            </a:extLst>
          </p:cNvPr>
          <p:cNvSpPr>
            <a:spLocks noGrp="1"/>
          </p:cNvSpPr>
          <p:nvPr/>
        </p:nvSpPr>
        <p:spPr>
          <a:xfrm>
            <a:off x="4008336" y="4258438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7" name="candidate-3">
            <a:extLst>
              <a:ext uri="{FF2B5EF4-FFF2-40B4-BE49-F238E27FC236}">
                <a16:creationId xmlns:a16="http://schemas.microsoft.com/office/drawing/2014/main" id="{B3FFEC59-2B23-49FC-BF9E-6CD6D15979AC}"/>
              </a:ext>
            </a:extLst>
          </p:cNvPr>
          <p:cNvSpPr>
            <a:spLocks noGrp="1"/>
          </p:cNvSpPr>
          <p:nvPr/>
        </p:nvSpPr>
        <p:spPr>
          <a:xfrm>
            <a:off x="4167986" y="4207911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8" name="candidate-4">
            <a:extLst>
              <a:ext uri="{FF2B5EF4-FFF2-40B4-BE49-F238E27FC236}">
                <a16:creationId xmlns:a16="http://schemas.microsoft.com/office/drawing/2014/main" id="{CF892BEA-9906-4B13-869F-AD48FD06D7AF}"/>
              </a:ext>
            </a:extLst>
          </p:cNvPr>
          <p:cNvSpPr>
            <a:spLocks noGrp="1"/>
          </p:cNvSpPr>
          <p:nvPr/>
        </p:nvSpPr>
        <p:spPr>
          <a:xfrm>
            <a:off x="4382998" y="4166382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9" name="candidate-5">
            <a:extLst>
              <a:ext uri="{FF2B5EF4-FFF2-40B4-BE49-F238E27FC236}">
                <a16:creationId xmlns:a16="http://schemas.microsoft.com/office/drawing/2014/main" id="{829EEFA5-0481-48A0-9AC0-A3856AA9F511}"/>
              </a:ext>
            </a:extLst>
          </p:cNvPr>
          <p:cNvSpPr>
            <a:spLocks noGrp="1"/>
          </p:cNvSpPr>
          <p:nvPr/>
        </p:nvSpPr>
        <p:spPr>
          <a:xfrm>
            <a:off x="2503217" y="4418738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0" name="candidate-6">
            <a:extLst>
              <a:ext uri="{FF2B5EF4-FFF2-40B4-BE49-F238E27FC236}">
                <a16:creationId xmlns:a16="http://schemas.microsoft.com/office/drawing/2014/main" id="{CDDCC2D5-4DBA-4E5C-92BB-ECDA029722A5}"/>
              </a:ext>
            </a:extLst>
          </p:cNvPr>
          <p:cNvSpPr>
            <a:spLocks noGrp="1"/>
          </p:cNvSpPr>
          <p:nvPr/>
        </p:nvSpPr>
        <p:spPr>
          <a:xfrm>
            <a:off x="4382998" y="4198126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1" name="candidate-7">
            <a:extLst>
              <a:ext uri="{FF2B5EF4-FFF2-40B4-BE49-F238E27FC236}">
                <a16:creationId xmlns:a16="http://schemas.microsoft.com/office/drawing/2014/main" id="{3DE7398D-6D42-4325-B3EF-5DE98379BF70}"/>
              </a:ext>
            </a:extLst>
          </p:cNvPr>
          <p:cNvSpPr>
            <a:spLocks noGrp="1"/>
          </p:cNvSpPr>
          <p:nvPr/>
        </p:nvSpPr>
        <p:spPr>
          <a:xfrm>
            <a:off x="2617500" y="4415530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2" name="candidate-8">
            <a:extLst>
              <a:ext uri="{FF2B5EF4-FFF2-40B4-BE49-F238E27FC236}">
                <a16:creationId xmlns:a16="http://schemas.microsoft.com/office/drawing/2014/main" id="{32FBB8AA-882C-4BA7-855D-DAAB8D6E36A3}"/>
              </a:ext>
            </a:extLst>
          </p:cNvPr>
          <p:cNvSpPr>
            <a:spLocks noGrp="1"/>
          </p:cNvSpPr>
          <p:nvPr/>
        </p:nvSpPr>
        <p:spPr>
          <a:xfrm>
            <a:off x="3458566" y="4218017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3" name="candidate-9">
            <a:extLst>
              <a:ext uri="{FF2B5EF4-FFF2-40B4-BE49-F238E27FC236}">
                <a16:creationId xmlns:a16="http://schemas.microsoft.com/office/drawing/2014/main" id="{522B8F31-D4E7-4AEE-AEDD-54EC86AA5AE2}"/>
              </a:ext>
            </a:extLst>
          </p:cNvPr>
          <p:cNvSpPr>
            <a:spLocks noGrp="1"/>
          </p:cNvSpPr>
          <p:nvPr/>
        </p:nvSpPr>
        <p:spPr>
          <a:xfrm>
            <a:off x="2726119" y="4404362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4" name="candidate-10">
            <a:extLst>
              <a:ext uri="{FF2B5EF4-FFF2-40B4-BE49-F238E27FC236}">
                <a16:creationId xmlns:a16="http://schemas.microsoft.com/office/drawing/2014/main" id="{BD031671-7E24-444C-B764-9B2845931CE6}"/>
              </a:ext>
            </a:extLst>
          </p:cNvPr>
          <p:cNvSpPr>
            <a:spLocks noGrp="1"/>
          </p:cNvSpPr>
          <p:nvPr/>
        </p:nvSpPr>
        <p:spPr>
          <a:xfrm>
            <a:off x="3070760" y="4302356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5" name="candidate-11">
            <a:extLst>
              <a:ext uri="{FF2B5EF4-FFF2-40B4-BE49-F238E27FC236}">
                <a16:creationId xmlns:a16="http://schemas.microsoft.com/office/drawing/2014/main" id="{0E281F0C-6C1A-486E-B6DD-5BD1634860F3}"/>
              </a:ext>
            </a:extLst>
          </p:cNvPr>
          <p:cNvSpPr>
            <a:spLocks noGrp="1"/>
          </p:cNvSpPr>
          <p:nvPr/>
        </p:nvSpPr>
        <p:spPr>
          <a:xfrm>
            <a:off x="3444812" y="4363827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6" name="candidate-12">
            <a:extLst>
              <a:ext uri="{FF2B5EF4-FFF2-40B4-BE49-F238E27FC236}">
                <a16:creationId xmlns:a16="http://schemas.microsoft.com/office/drawing/2014/main" id="{5D2FC9EA-A65D-4928-AD74-68C7D3A79F56}"/>
              </a:ext>
            </a:extLst>
          </p:cNvPr>
          <p:cNvSpPr>
            <a:spLocks noGrp="1"/>
          </p:cNvSpPr>
          <p:nvPr/>
        </p:nvSpPr>
        <p:spPr>
          <a:xfrm>
            <a:off x="4254427" y="4174508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7" name="candidate-13">
            <a:extLst>
              <a:ext uri="{FF2B5EF4-FFF2-40B4-BE49-F238E27FC236}">
                <a16:creationId xmlns:a16="http://schemas.microsoft.com/office/drawing/2014/main" id="{94ACDD8F-DE29-484F-B114-7AFBAAF597E5}"/>
              </a:ext>
            </a:extLst>
          </p:cNvPr>
          <p:cNvSpPr>
            <a:spLocks noGrp="1"/>
          </p:cNvSpPr>
          <p:nvPr/>
        </p:nvSpPr>
        <p:spPr>
          <a:xfrm>
            <a:off x="2715552" y="4410680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8" name="candidate-14">
            <a:extLst>
              <a:ext uri="{FF2B5EF4-FFF2-40B4-BE49-F238E27FC236}">
                <a16:creationId xmlns:a16="http://schemas.microsoft.com/office/drawing/2014/main" id="{AC04777D-ABAF-4AE5-8518-1375A639846B}"/>
              </a:ext>
            </a:extLst>
          </p:cNvPr>
          <p:cNvSpPr>
            <a:spLocks noGrp="1"/>
          </p:cNvSpPr>
          <p:nvPr/>
        </p:nvSpPr>
        <p:spPr>
          <a:xfrm>
            <a:off x="5025382" y="4072021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9" name="candidate-15">
            <a:extLst>
              <a:ext uri="{FF2B5EF4-FFF2-40B4-BE49-F238E27FC236}">
                <a16:creationId xmlns:a16="http://schemas.microsoft.com/office/drawing/2014/main" id="{E950F68E-1E4F-48E5-9430-1368278248A9}"/>
              </a:ext>
            </a:extLst>
          </p:cNvPr>
          <p:cNvSpPr>
            <a:spLocks noGrp="1"/>
          </p:cNvSpPr>
          <p:nvPr/>
        </p:nvSpPr>
        <p:spPr>
          <a:xfrm>
            <a:off x="2529752" y="4202646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0" name="candidate-16">
            <a:extLst>
              <a:ext uri="{FF2B5EF4-FFF2-40B4-BE49-F238E27FC236}">
                <a16:creationId xmlns:a16="http://schemas.microsoft.com/office/drawing/2014/main" id="{6AD102D7-6DDC-413F-8E96-7A525D33ECF4}"/>
              </a:ext>
            </a:extLst>
          </p:cNvPr>
          <p:cNvSpPr>
            <a:spLocks noGrp="1"/>
          </p:cNvSpPr>
          <p:nvPr/>
        </p:nvSpPr>
        <p:spPr>
          <a:xfrm>
            <a:off x="5096800" y="3988939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1" name="candidate-17">
            <a:extLst>
              <a:ext uri="{FF2B5EF4-FFF2-40B4-BE49-F238E27FC236}">
                <a16:creationId xmlns:a16="http://schemas.microsoft.com/office/drawing/2014/main" id="{4F2CD96B-1322-4DCE-AD98-FFDC8F3B0277}"/>
              </a:ext>
            </a:extLst>
          </p:cNvPr>
          <p:cNvSpPr>
            <a:spLocks noGrp="1"/>
          </p:cNvSpPr>
          <p:nvPr/>
        </p:nvSpPr>
        <p:spPr>
          <a:xfrm>
            <a:off x="2766707" y="4400925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2" name="candidate-18">
            <a:extLst>
              <a:ext uri="{FF2B5EF4-FFF2-40B4-BE49-F238E27FC236}">
                <a16:creationId xmlns:a16="http://schemas.microsoft.com/office/drawing/2014/main" id="{ED6FF18B-4179-408D-A70A-67CC78C156E9}"/>
              </a:ext>
            </a:extLst>
          </p:cNvPr>
          <p:cNvSpPr>
            <a:spLocks noGrp="1"/>
          </p:cNvSpPr>
          <p:nvPr/>
        </p:nvSpPr>
        <p:spPr>
          <a:xfrm>
            <a:off x="2610306" y="4376349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3" name="candidate-19">
            <a:extLst>
              <a:ext uri="{FF2B5EF4-FFF2-40B4-BE49-F238E27FC236}">
                <a16:creationId xmlns:a16="http://schemas.microsoft.com/office/drawing/2014/main" id="{095A26A7-9257-4C82-B0E3-D2D320C18273}"/>
              </a:ext>
            </a:extLst>
          </p:cNvPr>
          <p:cNvSpPr>
            <a:spLocks noGrp="1"/>
          </p:cNvSpPr>
          <p:nvPr/>
        </p:nvSpPr>
        <p:spPr>
          <a:xfrm>
            <a:off x="4996855" y="3920285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4" name="candidate-20">
            <a:extLst>
              <a:ext uri="{FF2B5EF4-FFF2-40B4-BE49-F238E27FC236}">
                <a16:creationId xmlns:a16="http://schemas.microsoft.com/office/drawing/2014/main" id="{AD27884A-7B5D-45CD-9DD6-4D49A5F50239}"/>
              </a:ext>
            </a:extLst>
          </p:cNvPr>
          <p:cNvSpPr>
            <a:spLocks noGrp="1"/>
          </p:cNvSpPr>
          <p:nvPr/>
        </p:nvSpPr>
        <p:spPr>
          <a:xfrm>
            <a:off x="2619329" y="4184243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5" name="candidate-21">
            <a:extLst>
              <a:ext uri="{FF2B5EF4-FFF2-40B4-BE49-F238E27FC236}">
                <a16:creationId xmlns:a16="http://schemas.microsoft.com/office/drawing/2014/main" id="{385EE193-A4AA-4527-B10B-902D1788D72B}"/>
              </a:ext>
            </a:extLst>
          </p:cNvPr>
          <p:cNvSpPr>
            <a:spLocks noGrp="1"/>
          </p:cNvSpPr>
          <p:nvPr/>
        </p:nvSpPr>
        <p:spPr>
          <a:xfrm>
            <a:off x="3898086" y="4135032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6" name="candidate-22">
            <a:extLst>
              <a:ext uri="{FF2B5EF4-FFF2-40B4-BE49-F238E27FC236}">
                <a16:creationId xmlns:a16="http://schemas.microsoft.com/office/drawing/2014/main" id="{0C2CD8CB-8275-4980-9E7E-1A5061C6B972}"/>
              </a:ext>
            </a:extLst>
          </p:cNvPr>
          <p:cNvSpPr>
            <a:spLocks noGrp="1"/>
          </p:cNvSpPr>
          <p:nvPr/>
        </p:nvSpPr>
        <p:spPr>
          <a:xfrm>
            <a:off x="3830129" y="4197191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7" name="candidate-23">
            <a:extLst>
              <a:ext uri="{FF2B5EF4-FFF2-40B4-BE49-F238E27FC236}">
                <a16:creationId xmlns:a16="http://schemas.microsoft.com/office/drawing/2014/main" id="{CF74F2D4-8F7D-4B38-A2B4-4CB0C5B93556}"/>
              </a:ext>
            </a:extLst>
          </p:cNvPr>
          <p:cNvSpPr>
            <a:spLocks noGrp="1"/>
          </p:cNvSpPr>
          <p:nvPr/>
        </p:nvSpPr>
        <p:spPr>
          <a:xfrm>
            <a:off x="2621457" y="4406370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8" name="candidate-24">
            <a:extLst>
              <a:ext uri="{FF2B5EF4-FFF2-40B4-BE49-F238E27FC236}">
                <a16:creationId xmlns:a16="http://schemas.microsoft.com/office/drawing/2014/main" id="{FF4555A4-85F5-473D-ADA2-E8C48DCFAA06}"/>
              </a:ext>
            </a:extLst>
          </p:cNvPr>
          <p:cNvSpPr>
            <a:spLocks noGrp="1"/>
          </p:cNvSpPr>
          <p:nvPr/>
        </p:nvSpPr>
        <p:spPr>
          <a:xfrm>
            <a:off x="6017237" y="4230217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9" name="candidate-25">
            <a:extLst>
              <a:ext uri="{FF2B5EF4-FFF2-40B4-BE49-F238E27FC236}">
                <a16:creationId xmlns:a16="http://schemas.microsoft.com/office/drawing/2014/main" id="{9D1EE44E-057E-4F41-A288-4DBADC6856BB}"/>
              </a:ext>
            </a:extLst>
          </p:cNvPr>
          <p:cNvSpPr>
            <a:spLocks noGrp="1"/>
          </p:cNvSpPr>
          <p:nvPr/>
        </p:nvSpPr>
        <p:spPr>
          <a:xfrm>
            <a:off x="2539380" y="4405982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0" name="candidate-26">
            <a:extLst>
              <a:ext uri="{FF2B5EF4-FFF2-40B4-BE49-F238E27FC236}">
                <a16:creationId xmlns:a16="http://schemas.microsoft.com/office/drawing/2014/main" id="{49030DFF-C560-4BBE-A0C5-13C5ACB090C3}"/>
              </a:ext>
            </a:extLst>
          </p:cNvPr>
          <p:cNvSpPr>
            <a:spLocks noGrp="1"/>
          </p:cNvSpPr>
          <p:nvPr/>
        </p:nvSpPr>
        <p:spPr>
          <a:xfrm>
            <a:off x="4889816" y="4064750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1" name="candidate-27">
            <a:extLst>
              <a:ext uri="{FF2B5EF4-FFF2-40B4-BE49-F238E27FC236}">
                <a16:creationId xmlns:a16="http://schemas.microsoft.com/office/drawing/2014/main" id="{7F078AE4-30DB-4E97-8B97-12B6C01EE6D1}"/>
              </a:ext>
            </a:extLst>
          </p:cNvPr>
          <p:cNvSpPr>
            <a:spLocks noGrp="1"/>
          </p:cNvSpPr>
          <p:nvPr/>
        </p:nvSpPr>
        <p:spPr>
          <a:xfrm>
            <a:off x="2587105" y="4411247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2" name="candidate-28">
            <a:extLst>
              <a:ext uri="{FF2B5EF4-FFF2-40B4-BE49-F238E27FC236}">
                <a16:creationId xmlns:a16="http://schemas.microsoft.com/office/drawing/2014/main" id="{71BEE98D-BC3D-41C4-94EA-AAAF3AD9A7BD}"/>
              </a:ext>
            </a:extLst>
          </p:cNvPr>
          <p:cNvSpPr>
            <a:spLocks noGrp="1"/>
          </p:cNvSpPr>
          <p:nvPr/>
        </p:nvSpPr>
        <p:spPr>
          <a:xfrm>
            <a:off x="4991379" y="4066161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3" name="candidate-29">
            <a:extLst>
              <a:ext uri="{FF2B5EF4-FFF2-40B4-BE49-F238E27FC236}">
                <a16:creationId xmlns:a16="http://schemas.microsoft.com/office/drawing/2014/main" id="{62A3DD54-661A-438D-9E14-6718CD035049}"/>
              </a:ext>
            </a:extLst>
          </p:cNvPr>
          <p:cNvSpPr>
            <a:spLocks noGrp="1"/>
          </p:cNvSpPr>
          <p:nvPr/>
        </p:nvSpPr>
        <p:spPr>
          <a:xfrm>
            <a:off x="2445552" y="4413000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4" name="candidate-30">
            <a:extLst>
              <a:ext uri="{FF2B5EF4-FFF2-40B4-BE49-F238E27FC236}">
                <a16:creationId xmlns:a16="http://schemas.microsoft.com/office/drawing/2014/main" id="{E165E7A3-4BE6-4CD6-91B0-282E15E49F28}"/>
              </a:ext>
            </a:extLst>
          </p:cNvPr>
          <p:cNvSpPr>
            <a:spLocks noGrp="1"/>
          </p:cNvSpPr>
          <p:nvPr/>
        </p:nvSpPr>
        <p:spPr>
          <a:xfrm>
            <a:off x="6112601" y="4261370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5" name="candidate-31">
            <a:extLst>
              <a:ext uri="{FF2B5EF4-FFF2-40B4-BE49-F238E27FC236}">
                <a16:creationId xmlns:a16="http://schemas.microsoft.com/office/drawing/2014/main" id="{E0ED4023-2F7A-4F0E-BF9A-1D596B69524A}"/>
              </a:ext>
            </a:extLst>
          </p:cNvPr>
          <p:cNvSpPr>
            <a:spLocks noGrp="1"/>
          </p:cNvSpPr>
          <p:nvPr/>
        </p:nvSpPr>
        <p:spPr>
          <a:xfrm>
            <a:off x="2683466" y="4411829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6" name="candidate-32">
            <a:extLst>
              <a:ext uri="{FF2B5EF4-FFF2-40B4-BE49-F238E27FC236}">
                <a16:creationId xmlns:a16="http://schemas.microsoft.com/office/drawing/2014/main" id="{1D2AAC6A-7B6F-4F60-8D47-A5CABCC06023}"/>
              </a:ext>
            </a:extLst>
          </p:cNvPr>
          <p:cNvSpPr>
            <a:spLocks noGrp="1"/>
          </p:cNvSpPr>
          <p:nvPr/>
        </p:nvSpPr>
        <p:spPr>
          <a:xfrm>
            <a:off x="6355331" y="4325719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7" name="candidate-33">
            <a:extLst>
              <a:ext uri="{FF2B5EF4-FFF2-40B4-BE49-F238E27FC236}">
                <a16:creationId xmlns:a16="http://schemas.microsoft.com/office/drawing/2014/main" id="{3117CA28-57FA-42A9-BAF4-4FEA153B25DB}"/>
              </a:ext>
            </a:extLst>
          </p:cNvPr>
          <p:cNvSpPr>
            <a:spLocks noGrp="1"/>
          </p:cNvSpPr>
          <p:nvPr/>
        </p:nvSpPr>
        <p:spPr>
          <a:xfrm>
            <a:off x="2515738" y="4415500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8" name="candidate-34">
            <a:extLst>
              <a:ext uri="{FF2B5EF4-FFF2-40B4-BE49-F238E27FC236}">
                <a16:creationId xmlns:a16="http://schemas.microsoft.com/office/drawing/2014/main" id="{A75BCE81-2663-4203-A9FE-80C425016D87}"/>
              </a:ext>
            </a:extLst>
          </p:cNvPr>
          <p:cNvSpPr>
            <a:spLocks noGrp="1"/>
          </p:cNvSpPr>
          <p:nvPr/>
        </p:nvSpPr>
        <p:spPr>
          <a:xfrm>
            <a:off x="2369567" y="4416142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9" name="candidate-35">
            <a:extLst>
              <a:ext uri="{FF2B5EF4-FFF2-40B4-BE49-F238E27FC236}">
                <a16:creationId xmlns:a16="http://schemas.microsoft.com/office/drawing/2014/main" id="{FDC413E0-27FD-45F8-B89E-080708AC15A1}"/>
              </a:ext>
            </a:extLst>
          </p:cNvPr>
          <p:cNvSpPr>
            <a:spLocks noGrp="1"/>
          </p:cNvSpPr>
          <p:nvPr/>
        </p:nvSpPr>
        <p:spPr>
          <a:xfrm>
            <a:off x="2247244" y="4417657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0" name="candidate-36">
            <a:extLst>
              <a:ext uri="{FF2B5EF4-FFF2-40B4-BE49-F238E27FC236}">
                <a16:creationId xmlns:a16="http://schemas.microsoft.com/office/drawing/2014/main" id="{073DA1F8-7926-459D-892C-16FFACC899B5}"/>
              </a:ext>
            </a:extLst>
          </p:cNvPr>
          <p:cNvSpPr>
            <a:spLocks noGrp="1"/>
          </p:cNvSpPr>
          <p:nvPr/>
        </p:nvSpPr>
        <p:spPr>
          <a:xfrm>
            <a:off x="6800956" y="4449426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1" name="candidate-37">
            <a:extLst>
              <a:ext uri="{FF2B5EF4-FFF2-40B4-BE49-F238E27FC236}">
                <a16:creationId xmlns:a16="http://schemas.microsoft.com/office/drawing/2014/main" id="{B2F76EFE-36E6-4346-B30D-F33C7FE25D93}"/>
              </a:ext>
            </a:extLst>
          </p:cNvPr>
          <p:cNvSpPr>
            <a:spLocks noGrp="1"/>
          </p:cNvSpPr>
          <p:nvPr/>
        </p:nvSpPr>
        <p:spPr>
          <a:xfrm>
            <a:off x="6835315" y="4456469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2" name="candidate-38">
            <a:extLst>
              <a:ext uri="{FF2B5EF4-FFF2-40B4-BE49-F238E27FC236}">
                <a16:creationId xmlns:a16="http://schemas.microsoft.com/office/drawing/2014/main" id="{B0B481B9-BDB3-48FA-A9FC-5593D5C6E152}"/>
              </a:ext>
            </a:extLst>
          </p:cNvPr>
          <p:cNvSpPr>
            <a:spLocks noGrp="1"/>
          </p:cNvSpPr>
          <p:nvPr/>
        </p:nvSpPr>
        <p:spPr>
          <a:xfrm>
            <a:off x="6249163" y="4305669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3" name="candidate-39">
            <a:extLst>
              <a:ext uri="{FF2B5EF4-FFF2-40B4-BE49-F238E27FC236}">
                <a16:creationId xmlns:a16="http://schemas.microsoft.com/office/drawing/2014/main" id="{0ECC5FDA-8B3E-444E-9024-AB1A752F36EE}"/>
              </a:ext>
            </a:extLst>
          </p:cNvPr>
          <p:cNvSpPr>
            <a:spLocks noGrp="1"/>
          </p:cNvSpPr>
          <p:nvPr/>
        </p:nvSpPr>
        <p:spPr>
          <a:xfrm>
            <a:off x="4453134" y="4239130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4" name="candidate-40">
            <a:extLst>
              <a:ext uri="{FF2B5EF4-FFF2-40B4-BE49-F238E27FC236}">
                <a16:creationId xmlns:a16="http://schemas.microsoft.com/office/drawing/2014/main" id="{1DF1E2EA-97A2-4121-9258-14E27BB4E2C1}"/>
              </a:ext>
            </a:extLst>
          </p:cNvPr>
          <p:cNvSpPr>
            <a:spLocks noGrp="1"/>
          </p:cNvSpPr>
          <p:nvPr/>
        </p:nvSpPr>
        <p:spPr>
          <a:xfrm>
            <a:off x="2360531" y="4417820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5" name="candidate-41">
            <a:extLst>
              <a:ext uri="{FF2B5EF4-FFF2-40B4-BE49-F238E27FC236}">
                <a16:creationId xmlns:a16="http://schemas.microsoft.com/office/drawing/2014/main" id="{4183D5A2-61BD-4D0C-9212-AF1B5C466F62}"/>
              </a:ext>
            </a:extLst>
          </p:cNvPr>
          <p:cNvSpPr>
            <a:spLocks noGrp="1"/>
          </p:cNvSpPr>
          <p:nvPr/>
        </p:nvSpPr>
        <p:spPr>
          <a:xfrm>
            <a:off x="4896774" y="4110099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6" name="candidate-42">
            <a:extLst>
              <a:ext uri="{FF2B5EF4-FFF2-40B4-BE49-F238E27FC236}">
                <a16:creationId xmlns:a16="http://schemas.microsoft.com/office/drawing/2014/main" id="{22F497D6-920D-4CA3-BF2A-E7E95F55C79F}"/>
              </a:ext>
            </a:extLst>
          </p:cNvPr>
          <p:cNvSpPr>
            <a:spLocks noGrp="1"/>
          </p:cNvSpPr>
          <p:nvPr/>
        </p:nvSpPr>
        <p:spPr>
          <a:xfrm>
            <a:off x="5731193" y="4566807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7" name="candidate-43">
            <a:extLst>
              <a:ext uri="{FF2B5EF4-FFF2-40B4-BE49-F238E27FC236}">
                <a16:creationId xmlns:a16="http://schemas.microsoft.com/office/drawing/2014/main" id="{5DE5CB14-DC69-4A00-805F-239F5D6D9104}"/>
              </a:ext>
            </a:extLst>
          </p:cNvPr>
          <p:cNvSpPr>
            <a:spLocks noGrp="1"/>
          </p:cNvSpPr>
          <p:nvPr/>
        </p:nvSpPr>
        <p:spPr>
          <a:xfrm>
            <a:off x="2350200" y="4416758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8" name="candidate-44">
            <a:extLst>
              <a:ext uri="{FF2B5EF4-FFF2-40B4-BE49-F238E27FC236}">
                <a16:creationId xmlns:a16="http://schemas.microsoft.com/office/drawing/2014/main" id="{0C3ADF20-F6C1-4F42-9977-7C27967D129D}"/>
              </a:ext>
            </a:extLst>
          </p:cNvPr>
          <p:cNvSpPr>
            <a:spLocks noGrp="1"/>
          </p:cNvSpPr>
          <p:nvPr/>
        </p:nvSpPr>
        <p:spPr>
          <a:xfrm>
            <a:off x="6350253" y="4269591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9" name="candidate-45">
            <a:extLst>
              <a:ext uri="{FF2B5EF4-FFF2-40B4-BE49-F238E27FC236}">
                <a16:creationId xmlns:a16="http://schemas.microsoft.com/office/drawing/2014/main" id="{355042D5-03DC-4DEE-AFC1-6E1D5334A1EE}"/>
              </a:ext>
            </a:extLst>
          </p:cNvPr>
          <p:cNvSpPr>
            <a:spLocks noGrp="1"/>
          </p:cNvSpPr>
          <p:nvPr/>
        </p:nvSpPr>
        <p:spPr>
          <a:xfrm>
            <a:off x="2459779" y="4284345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0" name="candidate-46">
            <a:extLst>
              <a:ext uri="{FF2B5EF4-FFF2-40B4-BE49-F238E27FC236}">
                <a16:creationId xmlns:a16="http://schemas.microsoft.com/office/drawing/2014/main" id="{EFDF7760-41C1-48E5-906A-364307653196}"/>
              </a:ext>
            </a:extLst>
          </p:cNvPr>
          <p:cNvSpPr>
            <a:spLocks noGrp="1"/>
          </p:cNvSpPr>
          <p:nvPr/>
        </p:nvSpPr>
        <p:spPr>
          <a:xfrm>
            <a:off x="6407282" y="4267548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1" name="candidate-47">
            <a:extLst>
              <a:ext uri="{FF2B5EF4-FFF2-40B4-BE49-F238E27FC236}">
                <a16:creationId xmlns:a16="http://schemas.microsoft.com/office/drawing/2014/main" id="{4CF1A3E0-82B6-402C-A927-A7506E0CB0DE}"/>
              </a:ext>
            </a:extLst>
          </p:cNvPr>
          <p:cNvSpPr>
            <a:spLocks noGrp="1"/>
          </p:cNvSpPr>
          <p:nvPr/>
        </p:nvSpPr>
        <p:spPr>
          <a:xfrm>
            <a:off x="2671492" y="4361515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2" name="candidate-48">
            <a:extLst>
              <a:ext uri="{FF2B5EF4-FFF2-40B4-BE49-F238E27FC236}">
                <a16:creationId xmlns:a16="http://schemas.microsoft.com/office/drawing/2014/main" id="{973A6CE5-7C81-4E4B-BEDA-9E00FED2FD01}"/>
              </a:ext>
            </a:extLst>
          </p:cNvPr>
          <p:cNvSpPr>
            <a:spLocks noGrp="1"/>
          </p:cNvSpPr>
          <p:nvPr/>
        </p:nvSpPr>
        <p:spPr>
          <a:xfrm>
            <a:off x="4789423" y="3968702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3" name="candidate-49">
            <a:extLst>
              <a:ext uri="{FF2B5EF4-FFF2-40B4-BE49-F238E27FC236}">
                <a16:creationId xmlns:a16="http://schemas.microsoft.com/office/drawing/2014/main" id="{69327007-0C2F-4BF1-81FE-4737DD375CC0}"/>
              </a:ext>
            </a:extLst>
          </p:cNvPr>
          <p:cNvSpPr>
            <a:spLocks noGrp="1"/>
          </p:cNvSpPr>
          <p:nvPr/>
        </p:nvSpPr>
        <p:spPr>
          <a:xfrm>
            <a:off x="2365584" y="4422678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4" name="candidate-50">
            <a:extLst>
              <a:ext uri="{FF2B5EF4-FFF2-40B4-BE49-F238E27FC236}">
                <a16:creationId xmlns:a16="http://schemas.microsoft.com/office/drawing/2014/main" id="{BE1B96EE-205E-407F-933D-B9221694C50B}"/>
              </a:ext>
            </a:extLst>
          </p:cNvPr>
          <p:cNvSpPr>
            <a:spLocks noGrp="1"/>
          </p:cNvSpPr>
          <p:nvPr/>
        </p:nvSpPr>
        <p:spPr>
          <a:xfrm>
            <a:off x="4906992" y="3934319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5" name="candidate-51">
            <a:extLst>
              <a:ext uri="{FF2B5EF4-FFF2-40B4-BE49-F238E27FC236}">
                <a16:creationId xmlns:a16="http://schemas.microsoft.com/office/drawing/2014/main" id="{AD32997F-13B0-4825-B0C4-BD62F90B3CB7}"/>
              </a:ext>
            </a:extLst>
          </p:cNvPr>
          <p:cNvSpPr>
            <a:spLocks noGrp="1"/>
          </p:cNvSpPr>
          <p:nvPr/>
        </p:nvSpPr>
        <p:spPr>
          <a:xfrm>
            <a:off x="4002262" y="4446349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6" name="candidate-52">
            <a:extLst>
              <a:ext uri="{FF2B5EF4-FFF2-40B4-BE49-F238E27FC236}">
                <a16:creationId xmlns:a16="http://schemas.microsoft.com/office/drawing/2014/main" id="{67EBC76B-B42B-4428-89C0-F37B4CA3733D}"/>
              </a:ext>
            </a:extLst>
          </p:cNvPr>
          <p:cNvSpPr>
            <a:spLocks noGrp="1"/>
          </p:cNvSpPr>
          <p:nvPr/>
        </p:nvSpPr>
        <p:spPr>
          <a:xfrm>
            <a:off x="4887650" y="3682415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7" name="candidate-53">
            <a:extLst>
              <a:ext uri="{FF2B5EF4-FFF2-40B4-BE49-F238E27FC236}">
                <a16:creationId xmlns:a16="http://schemas.microsoft.com/office/drawing/2014/main" id="{7FABE948-9911-420A-A72F-6526653E1CFD}"/>
              </a:ext>
            </a:extLst>
          </p:cNvPr>
          <p:cNvSpPr>
            <a:spLocks noGrp="1"/>
          </p:cNvSpPr>
          <p:nvPr/>
        </p:nvSpPr>
        <p:spPr>
          <a:xfrm>
            <a:off x="5928593" y="4503090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8" name="candidate-54">
            <a:extLst>
              <a:ext uri="{FF2B5EF4-FFF2-40B4-BE49-F238E27FC236}">
                <a16:creationId xmlns:a16="http://schemas.microsoft.com/office/drawing/2014/main" id="{A8BD7BA5-9B77-4AD1-BA98-B44A9C575B19}"/>
              </a:ext>
            </a:extLst>
          </p:cNvPr>
          <p:cNvSpPr>
            <a:spLocks noGrp="1"/>
          </p:cNvSpPr>
          <p:nvPr/>
        </p:nvSpPr>
        <p:spPr>
          <a:xfrm>
            <a:off x="3785321" y="4434221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89" name="candidate-55">
            <a:extLst>
              <a:ext uri="{FF2B5EF4-FFF2-40B4-BE49-F238E27FC236}">
                <a16:creationId xmlns:a16="http://schemas.microsoft.com/office/drawing/2014/main" id="{E22E433A-8C99-4ACA-9969-87A524C65259}"/>
              </a:ext>
            </a:extLst>
          </p:cNvPr>
          <p:cNvSpPr>
            <a:spLocks noGrp="1"/>
          </p:cNvSpPr>
          <p:nvPr/>
        </p:nvSpPr>
        <p:spPr>
          <a:xfrm>
            <a:off x="4192170" y="3984017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0" name="candidate-56">
            <a:extLst>
              <a:ext uri="{FF2B5EF4-FFF2-40B4-BE49-F238E27FC236}">
                <a16:creationId xmlns:a16="http://schemas.microsoft.com/office/drawing/2014/main" id="{879FD6D7-3681-438A-AE8D-965861FCFF6B}"/>
              </a:ext>
            </a:extLst>
          </p:cNvPr>
          <p:cNvSpPr>
            <a:spLocks noGrp="1"/>
          </p:cNvSpPr>
          <p:nvPr/>
        </p:nvSpPr>
        <p:spPr>
          <a:xfrm>
            <a:off x="4843266" y="3527301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1" name="candidate-57">
            <a:extLst>
              <a:ext uri="{FF2B5EF4-FFF2-40B4-BE49-F238E27FC236}">
                <a16:creationId xmlns:a16="http://schemas.microsoft.com/office/drawing/2014/main" id="{FF3A787E-A272-4484-AEF6-98A5F7007F3A}"/>
              </a:ext>
            </a:extLst>
          </p:cNvPr>
          <p:cNvSpPr>
            <a:spLocks noGrp="1"/>
          </p:cNvSpPr>
          <p:nvPr/>
        </p:nvSpPr>
        <p:spPr>
          <a:xfrm>
            <a:off x="4625902" y="4253055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2" name="candidate-58">
            <a:extLst>
              <a:ext uri="{FF2B5EF4-FFF2-40B4-BE49-F238E27FC236}">
                <a16:creationId xmlns:a16="http://schemas.microsoft.com/office/drawing/2014/main" id="{71DFAF79-C285-4ACA-83B5-AEC2EBD6C881}"/>
              </a:ext>
            </a:extLst>
          </p:cNvPr>
          <p:cNvSpPr>
            <a:spLocks noGrp="1"/>
          </p:cNvSpPr>
          <p:nvPr/>
        </p:nvSpPr>
        <p:spPr>
          <a:xfrm>
            <a:off x="2416839" y="4389481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3" name="candidate-59">
            <a:extLst>
              <a:ext uri="{FF2B5EF4-FFF2-40B4-BE49-F238E27FC236}">
                <a16:creationId xmlns:a16="http://schemas.microsoft.com/office/drawing/2014/main" id="{2C782B74-C106-455F-ADA7-6020E1E1718B}"/>
              </a:ext>
            </a:extLst>
          </p:cNvPr>
          <p:cNvSpPr>
            <a:spLocks noGrp="1"/>
          </p:cNvSpPr>
          <p:nvPr/>
        </p:nvSpPr>
        <p:spPr>
          <a:xfrm>
            <a:off x="2334020" y="4406602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4" name="candidate-60">
            <a:extLst>
              <a:ext uri="{FF2B5EF4-FFF2-40B4-BE49-F238E27FC236}">
                <a16:creationId xmlns:a16="http://schemas.microsoft.com/office/drawing/2014/main" id="{A73A754C-5F2C-4D83-9A32-389AA27D3459}"/>
              </a:ext>
            </a:extLst>
          </p:cNvPr>
          <p:cNvSpPr>
            <a:spLocks noGrp="1"/>
          </p:cNvSpPr>
          <p:nvPr/>
        </p:nvSpPr>
        <p:spPr>
          <a:xfrm>
            <a:off x="4061159" y="3938369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5" name="candidate-61">
            <a:extLst>
              <a:ext uri="{FF2B5EF4-FFF2-40B4-BE49-F238E27FC236}">
                <a16:creationId xmlns:a16="http://schemas.microsoft.com/office/drawing/2014/main" id="{34763E3D-54C8-4A45-9652-1E9F9B757A63}"/>
              </a:ext>
            </a:extLst>
          </p:cNvPr>
          <p:cNvSpPr>
            <a:spLocks noGrp="1"/>
          </p:cNvSpPr>
          <p:nvPr/>
        </p:nvSpPr>
        <p:spPr>
          <a:xfrm>
            <a:off x="4869927" y="3525153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6" name="candidate-62">
            <a:extLst>
              <a:ext uri="{FF2B5EF4-FFF2-40B4-BE49-F238E27FC236}">
                <a16:creationId xmlns:a16="http://schemas.microsoft.com/office/drawing/2014/main" id="{0A65201D-51A7-4C38-A3CF-FB00FC6AFB1C}"/>
              </a:ext>
            </a:extLst>
          </p:cNvPr>
          <p:cNvSpPr>
            <a:spLocks noGrp="1"/>
          </p:cNvSpPr>
          <p:nvPr/>
        </p:nvSpPr>
        <p:spPr>
          <a:xfrm>
            <a:off x="2515738" y="4147429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7" name="candidate-63">
            <a:extLst>
              <a:ext uri="{FF2B5EF4-FFF2-40B4-BE49-F238E27FC236}">
                <a16:creationId xmlns:a16="http://schemas.microsoft.com/office/drawing/2014/main" id="{B0226F00-0822-40E0-93E9-CA1C715CFBDA}"/>
              </a:ext>
            </a:extLst>
          </p:cNvPr>
          <p:cNvSpPr>
            <a:spLocks noGrp="1"/>
          </p:cNvSpPr>
          <p:nvPr/>
        </p:nvSpPr>
        <p:spPr>
          <a:xfrm>
            <a:off x="4442741" y="4261830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8" name="candidate-64">
            <a:extLst>
              <a:ext uri="{FF2B5EF4-FFF2-40B4-BE49-F238E27FC236}">
                <a16:creationId xmlns:a16="http://schemas.microsoft.com/office/drawing/2014/main" id="{09BF4B37-886E-4DAD-AD16-D729E224C3BD}"/>
              </a:ext>
            </a:extLst>
          </p:cNvPr>
          <p:cNvSpPr>
            <a:spLocks noGrp="1"/>
          </p:cNvSpPr>
          <p:nvPr/>
        </p:nvSpPr>
        <p:spPr>
          <a:xfrm>
            <a:off x="4739899" y="3447964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99" name="candidate-65">
            <a:extLst>
              <a:ext uri="{FF2B5EF4-FFF2-40B4-BE49-F238E27FC236}">
                <a16:creationId xmlns:a16="http://schemas.microsoft.com/office/drawing/2014/main" id="{F7B75A16-B3DA-4028-AA24-D9B548118C85}"/>
              </a:ext>
            </a:extLst>
          </p:cNvPr>
          <p:cNvSpPr>
            <a:spLocks noGrp="1"/>
          </p:cNvSpPr>
          <p:nvPr/>
        </p:nvSpPr>
        <p:spPr>
          <a:xfrm>
            <a:off x="2434127" y="4128915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0" name="candidate-66">
            <a:extLst>
              <a:ext uri="{FF2B5EF4-FFF2-40B4-BE49-F238E27FC236}">
                <a16:creationId xmlns:a16="http://schemas.microsoft.com/office/drawing/2014/main" id="{EC8A2E04-DD96-4187-ACDF-2024D9824FE5}"/>
              </a:ext>
            </a:extLst>
          </p:cNvPr>
          <p:cNvSpPr>
            <a:spLocks noGrp="1"/>
          </p:cNvSpPr>
          <p:nvPr/>
        </p:nvSpPr>
        <p:spPr>
          <a:xfrm>
            <a:off x="4289165" y="4282322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1" name="candidate-67">
            <a:extLst>
              <a:ext uri="{FF2B5EF4-FFF2-40B4-BE49-F238E27FC236}">
                <a16:creationId xmlns:a16="http://schemas.microsoft.com/office/drawing/2014/main" id="{E0423F6C-8123-4310-A54F-4AB0D7231531}"/>
              </a:ext>
            </a:extLst>
          </p:cNvPr>
          <p:cNvSpPr>
            <a:spLocks noGrp="1"/>
          </p:cNvSpPr>
          <p:nvPr/>
        </p:nvSpPr>
        <p:spPr>
          <a:xfrm>
            <a:off x="4868557" y="3434016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2" name="candidate-68">
            <a:extLst>
              <a:ext uri="{FF2B5EF4-FFF2-40B4-BE49-F238E27FC236}">
                <a16:creationId xmlns:a16="http://schemas.microsoft.com/office/drawing/2014/main" id="{BAE6E5EA-1091-4A47-8B94-57CCB140D613}"/>
              </a:ext>
            </a:extLst>
          </p:cNvPr>
          <p:cNvSpPr>
            <a:spLocks noGrp="1"/>
          </p:cNvSpPr>
          <p:nvPr/>
        </p:nvSpPr>
        <p:spPr>
          <a:xfrm>
            <a:off x="4067681" y="4507720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3" name="candidate-69">
            <a:extLst>
              <a:ext uri="{FF2B5EF4-FFF2-40B4-BE49-F238E27FC236}">
                <a16:creationId xmlns:a16="http://schemas.microsoft.com/office/drawing/2014/main" id="{B7A49633-687A-4062-94F0-678B3B32E4A0}"/>
              </a:ext>
            </a:extLst>
          </p:cNvPr>
          <p:cNvSpPr>
            <a:spLocks noGrp="1"/>
          </p:cNvSpPr>
          <p:nvPr/>
        </p:nvSpPr>
        <p:spPr>
          <a:xfrm>
            <a:off x="4636021" y="3300697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4" name="candidate-74">
            <a:extLst>
              <a:ext uri="{FF2B5EF4-FFF2-40B4-BE49-F238E27FC236}">
                <a16:creationId xmlns:a16="http://schemas.microsoft.com/office/drawing/2014/main" id="{B860A7B5-26DE-449D-8D4C-12C584C65CC7}"/>
              </a:ext>
            </a:extLst>
          </p:cNvPr>
          <p:cNvSpPr>
            <a:spLocks noGrp="1"/>
          </p:cNvSpPr>
          <p:nvPr/>
        </p:nvSpPr>
        <p:spPr>
          <a:xfrm>
            <a:off x="5673193" y="3682612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5" name="candidate-75">
            <a:extLst>
              <a:ext uri="{FF2B5EF4-FFF2-40B4-BE49-F238E27FC236}">
                <a16:creationId xmlns:a16="http://schemas.microsoft.com/office/drawing/2014/main" id="{6AE352BA-37EA-414C-A4CE-F1DB9C5FA66E}"/>
              </a:ext>
            </a:extLst>
          </p:cNvPr>
          <p:cNvSpPr>
            <a:spLocks noGrp="1"/>
          </p:cNvSpPr>
          <p:nvPr/>
        </p:nvSpPr>
        <p:spPr>
          <a:xfrm>
            <a:off x="2411275" y="4372202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6" name="candidate-76">
            <a:extLst>
              <a:ext uri="{FF2B5EF4-FFF2-40B4-BE49-F238E27FC236}">
                <a16:creationId xmlns:a16="http://schemas.microsoft.com/office/drawing/2014/main" id="{D3D23F0F-4D19-4114-83A9-DD1B0FC73738}"/>
              </a:ext>
            </a:extLst>
          </p:cNvPr>
          <p:cNvSpPr>
            <a:spLocks noGrp="1"/>
          </p:cNvSpPr>
          <p:nvPr/>
        </p:nvSpPr>
        <p:spPr>
          <a:xfrm>
            <a:off x="4425167" y="3177053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7" name="candidate-77">
            <a:extLst>
              <a:ext uri="{FF2B5EF4-FFF2-40B4-BE49-F238E27FC236}">
                <a16:creationId xmlns:a16="http://schemas.microsoft.com/office/drawing/2014/main" id="{DEA802AC-AA04-4CC7-98E7-D49326A635AE}"/>
              </a:ext>
            </a:extLst>
          </p:cNvPr>
          <p:cNvSpPr>
            <a:spLocks noGrp="1"/>
          </p:cNvSpPr>
          <p:nvPr/>
        </p:nvSpPr>
        <p:spPr>
          <a:xfrm>
            <a:off x="4241159" y="3004177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8" name="candidate-79">
            <a:extLst>
              <a:ext uri="{FF2B5EF4-FFF2-40B4-BE49-F238E27FC236}">
                <a16:creationId xmlns:a16="http://schemas.microsoft.com/office/drawing/2014/main" id="{7F94B819-7949-4F46-8BBA-F45F603D3B2F}"/>
              </a:ext>
            </a:extLst>
          </p:cNvPr>
          <p:cNvSpPr>
            <a:spLocks noGrp="1"/>
          </p:cNvSpPr>
          <p:nvPr/>
        </p:nvSpPr>
        <p:spPr>
          <a:xfrm>
            <a:off x="5860661" y="3638850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9" name="candidate-80">
            <a:extLst>
              <a:ext uri="{FF2B5EF4-FFF2-40B4-BE49-F238E27FC236}">
                <a16:creationId xmlns:a16="http://schemas.microsoft.com/office/drawing/2014/main" id="{DB042A1B-D64B-4687-9ECE-60DB8A128D15}"/>
              </a:ext>
            </a:extLst>
          </p:cNvPr>
          <p:cNvSpPr>
            <a:spLocks noGrp="1"/>
          </p:cNvSpPr>
          <p:nvPr/>
        </p:nvSpPr>
        <p:spPr>
          <a:xfrm>
            <a:off x="3191964" y="4426802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0" name="candidate-81">
            <a:extLst>
              <a:ext uri="{FF2B5EF4-FFF2-40B4-BE49-F238E27FC236}">
                <a16:creationId xmlns:a16="http://schemas.microsoft.com/office/drawing/2014/main" id="{4FA3C4AE-E312-43F5-80D4-AFA32AADF79C}"/>
              </a:ext>
            </a:extLst>
          </p:cNvPr>
          <p:cNvSpPr>
            <a:spLocks noGrp="1"/>
          </p:cNvSpPr>
          <p:nvPr/>
        </p:nvSpPr>
        <p:spPr>
          <a:xfrm>
            <a:off x="6057912" y="3699099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1" name="candidate-82">
            <a:extLst>
              <a:ext uri="{FF2B5EF4-FFF2-40B4-BE49-F238E27FC236}">
                <a16:creationId xmlns:a16="http://schemas.microsoft.com/office/drawing/2014/main" id="{05A625C7-3AB0-44F3-B8E1-A1069B496E5D}"/>
              </a:ext>
            </a:extLst>
          </p:cNvPr>
          <p:cNvSpPr>
            <a:spLocks noGrp="1"/>
          </p:cNvSpPr>
          <p:nvPr/>
        </p:nvSpPr>
        <p:spPr>
          <a:xfrm>
            <a:off x="6045241" y="3708190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2" name="candidate-83">
            <a:extLst>
              <a:ext uri="{FF2B5EF4-FFF2-40B4-BE49-F238E27FC236}">
                <a16:creationId xmlns:a16="http://schemas.microsoft.com/office/drawing/2014/main" id="{85B7EB89-0F9C-41AD-847A-38F8CFD92916}"/>
              </a:ext>
            </a:extLst>
          </p:cNvPr>
          <p:cNvSpPr>
            <a:spLocks noGrp="1"/>
          </p:cNvSpPr>
          <p:nvPr/>
        </p:nvSpPr>
        <p:spPr>
          <a:xfrm>
            <a:off x="2489775" y="4413881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3" name="candidate-84">
            <a:extLst>
              <a:ext uri="{FF2B5EF4-FFF2-40B4-BE49-F238E27FC236}">
                <a16:creationId xmlns:a16="http://schemas.microsoft.com/office/drawing/2014/main" id="{F7D28A2D-4C3A-4ABC-91B2-75F79D9AE2D5}"/>
              </a:ext>
            </a:extLst>
          </p:cNvPr>
          <p:cNvSpPr>
            <a:spLocks noGrp="1"/>
          </p:cNvSpPr>
          <p:nvPr/>
        </p:nvSpPr>
        <p:spPr>
          <a:xfrm>
            <a:off x="4052173" y="2850021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4" name="candidate-85">
            <a:extLst>
              <a:ext uri="{FF2B5EF4-FFF2-40B4-BE49-F238E27FC236}">
                <a16:creationId xmlns:a16="http://schemas.microsoft.com/office/drawing/2014/main" id="{D6CB24BC-71AD-448D-BB08-5E277ACD7579}"/>
              </a:ext>
            </a:extLst>
          </p:cNvPr>
          <p:cNvSpPr>
            <a:spLocks noGrp="1"/>
          </p:cNvSpPr>
          <p:nvPr/>
        </p:nvSpPr>
        <p:spPr>
          <a:xfrm>
            <a:off x="2405823" y="4168471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5" name="candidate-86">
            <a:extLst>
              <a:ext uri="{FF2B5EF4-FFF2-40B4-BE49-F238E27FC236}">
                <a16:creationId xmlns:a16="http://schemas.microsoft.com/office/drawing/2014/main" id="{62366CC9-7537-422C-8AB1-29FE830BE770}"/>
              </a:ext>
            </a:extLst>
          </p:cNvPr>
          <p:cNvSpPr>
            <a:spLocks noGrp="1"/>
          </p:cNvSpPr>
          <p:nvPr/>
        </p:nvSpPr>
        <p:spPr>
          <a:xfrm>
            <a:off x="3994309" y="2692583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6" name="candidate-87">
            <a:extLst>
              <a:ext uri="{FF2B5EF4-FFF2-40B4-BE49-F238E27FC236}">
                <a16:creationId xmlns:a16="http://schemas.microsoft.com/office/drawing/2014/main" id="{B68EB526-1F63-4875-A22F-F283B36FEDBA}"/>
              </a:ext>
            </a:extLst>
          </p:cNvPr>
          <p:cNvSpPr>
            <a:spLocks noGrp="1"/>
          </p:cNvSpPr>
          <p:nvPr/>
        </p:nvSpPr>
        <p:spPr>
          <a:xfrm>
            <a:off x="3908242" y="2669732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7" name="candidate-88">
            <a:extLst>
              <a:ext uri="{FF2B5EF4-FFF2-40B4-BE49-F238E27FC236}">
                <a16:creationId xmlns:a16="http://schemas.microsoft.com/office/drawing/2014/main" id="{BCC03AEC-E2A7-4291-A1D5-9804D478764F}"/>
              </a:ext>
            </a:extLst>
          </p:cNvPr>
          <p:cNvSpPr>
            <a:spLocks noGrp="1"/>
          </p:cNvSpPr>
          <p:nvPr/>
        </p:nvSpPr>
        <p:spPr>
          <a:xfrm>
            <a:off x="2325009" y="4172012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8" name="candidate-89">
            <a:extLst>
              <a:ext uri="{FF2B5EF4-FFF2-40B4-BE49-F238E27FC236}">
                <a16:creationId xmlns:a16="http://schemas.microsoft.com/office/drawing/2014/main" id="{86B6FE78-CEF7-4105-8090-0F79BEF94E18}"/>
              </a:ext>
            </a:extLst>
          </p:cNvPr>
          <p:cNvSpPr>
            <a:spLocks noGrp="1"/>
          </p:cNvSpPr>
          <p:nvPr/>
        </p:nvSpPr>
        <p:spPr>
          <a:xfrm>
            <a:off x="3793760" y="2528076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9" name="candidate-90">
            <a:extLst>
              <a:ext uri="{FF2B5EF4-FFF2-40B4-BE49-F238E27FC236}">
                <a16:creationId xmlns:a16="http://schemas.microsoft.com/office/drawing/2014/main" id="{04A7347A-9A0A-41D8-B6FA-93F35F5639C5}"/>
              </a:ext>
            </a:extLst>
          </p:cNvPr>
          <p:cNvSpPr>
            <a:spLocks noGrp="1"/>
          </p:cNvSpPr>
          <p:nvPr/>
        </p:nvSpPr>
        <p:spPr>
          <a:xfrm>
            <a:off x="3102007" y="4425701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0" name="candidate-93">
            <a:extLst>
              <a:ext uri="{FF2B5EF4-FFF2-40B4-BE49-F238E27FC236}">
                <a16:creationId xmlns:a16="http://schemas.microsoft.com/office/drawing/2014/main" id="{E81B8738-7AC4-4E97-BEF6-5C82710BC6AF}"/>
              </a:ext>
            </a:extLst>
          </p:cNvPr>
          <p:cNvSpPr>
            <a:spLocks noGrp="1"/>
          </p:cNvSpPr>
          <p:nvPr/>
        </p:nvSpPr>
        <p:spPr>
          <a:xfrm>
            <a:off x="3877574" y="2522283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1" name="candidate-94">
            <a:extLst>
              <a:ext uri="{FF2B5EF4-FFF2-40B4-BE49-F238E27FC236}">
                <a16:creationId xmlns:a16="http://schemas.microsoft.com/office/drawing/2014/main" id="{4761CD97-27D0-4612-8C3B-AB173A732F03}"/>
              </a:ext>
            </a:extLst>
          </p:cNvPr>
          <p:cNvSpPr>
            <a:spLocks noGrp="1"/>
          </p:cNvSpPr>
          <p:nvPr/>
        </p:nvSpPr>
        <p:spPr>
          <a:xfrm>
            <a:off x="3954593" y="4368841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2" name="candidate-95">
            <a:extLst>
              <a:ext uri="{FF2B5EF4-FFF2-40B4-BE49-F238E27FC236}">
                <a16:creationId xmlns:a16="http://schemas.microsoft.com/office/drawing/2014/main" id="{A6829C51-10EE-4ED8-9B28-41CAAA347792}"/>
              </a:ext>
            </a:extLst>
          </p:cNvPr>
          <p:cNvSpPr>
            <a:spLocks noGrp="1"/>
          </p:cNvSpPr>
          <p:nvPr/>
        </p:nvSpPr>
        <p:spPr>
          <a:xfrm>
            <a:off x="4038930" y="2451738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3" name="candidate-96">
            <a:extLst>
              <a:ext uri="{FF2B5EF4-FFF2-40B4-BE49-F238E27FC236}">
                <a16:creationId xmlns:a16="http://schemas.microsoft.com/office/drawing/2014/main" id="{C119DA26-E1AD-4583-9630-D413A65288FE}"/>
              </a:ext>
            </a:extLst>
          </p:cNvPr>
          <p:cNvSpPr>
            <a:spLocks noGrp="1"/>
          </p:cNvSpPr>
          <p:nvPr/>
        </p:nvSpPr>
        <p:spPr>
          <a:xfrm>
            <a:off x="4140169" y="4471730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4" name="candidate-97">
            <a:extLst>
              <a:ext uri="{FF2B5EF4-FFF2-40B4-BE49-F238E27FC236}">
                <a16:creationId xmlns:a16="http://schemas.microsoft.com/office/drawing/2014/main" id="{F1019987-7DC7-4DE1-8038-06EDDBD15441}"/>
              </a:ext>
            </a:extLst>
          </p:cNvPr>
          <p:cNvSpPr>
            <a:spLocks noGrp="1"/>
          </p:cNvSpPr>
          <p:nvPr/>
        </p:nvSpPr>
        <p:spPr>
          <a:xfrm>
            <a:off x="2401280" y="4147734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5" name="candidate-98">
            <a:extLst>
              <a:ext uri="{FF2B5EF4-FFF2-40B4-BE49-F238E27FC236}">
                <a16:creationId xmlns:a16="http://schemas.microsoft.com/office/drawing/2014/main" id="{B48820BD-EB34-493D-9D2C-0541F718F494}"/>
              </a:ext>
            </a:extLst>
          </p:cNvPr>
          <p:cNvSpPr>
            <a:spLocks noGrp="1"/>
          </p:cNvSpPr>
          <p:nvPr/>
        </p:nvSpPr>
        <p:spPr>
          <a:xfrm>
            <a:off x="4026570" y="2437494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6" name="candidate-99">
            <a:extLst>
              <a:ext uri="{FF2B5EF4-FFF2-40B4-BE49-F238E27FC236}">
                <a16:creationId xmlns:a16="http://schemas.microsoft.com/office/drawing/2014/main" id="{403DFAD5-F99D-4745-A801-0D6ED12A8799}"/>
              </a:ext>
            </a:extLst>
          </p:cNvPr>
          <p:cNvSpPr>
            <a:spLocks noGrp="1"/>
          </p:cNvSpPr>
          <p:nvPr/>
        </p:nvSpPr>
        <p:spPr>
          <a:xfrm>
            <a:off x="2279455" y="4150291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7" name="candidate-100">
            <a:extLst>
              <a:ext uri="{FF2B5EF4-FFF2-40B4-BE49-F238E27FC236}">
                <a16:creationId xmlns:a16="http://schemas.microsoft.com/office/drawing/2014/main" id="{955CF684-21C1-4A4E-B8F5-621CEE6D0AEC}"/>
              </a:ext>
            </a:extLst>
          </p:cNvPr>
          <p:cNvSpPr>
            <a:spLocks noGrp="1"/>
          </p:cNvSpPr>
          <p:nvPr/>
        </p:nvSpPr>
        <p:spPr>
          <a:xfrm>
            <a:off x="3556320" y="3376340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8" name="candidate-101">
            <a:extLst>
              <a:ext uri="{FF2B5EF4-FFF2-40B4-BE49-F238E27FC236}">
                <a16:creationId xmlns:a16="http://schemas.microsoft.com/office/drawing/2014/main" id="{256A04B6-11CE-47FD-BCA5-5DE521356EEA}"/>
              </a:ext>
            </a:extLst>
          </p:cNvPr>
          <p:cNvSpPr>
            <a:spLocks noGrp="1"/>
          </p:cNvSpPr>
          <p:nvPr/>
        </p:nvSpPr>
        <p:spPr>
          <a:xfrm>
            <a:off x="2391410" y="4403895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29" name="candidate-102">
            <a:extLst>
              <a:ext uri="{FF2B5EF4-FFF2-40B4-BE49-F238E27FC236}">
                <a16:creationId xmlns:a16="http://schemas.microsoft.com/office/drawing/2014/main" id="{DDEE5FDF-6756-482E-B7AB-39C8953EC0AB}"/>
              </a:ext>
            </a:extLst>
          </p:cNvPr>
          <p:cNvSpPr>
            <a:spLocks noGrp="1"/>
          </p:cNvSpPr>
          <p:nvPr/>
        </p:nvSpPr>
        <p:spPr>
          <a:xfrm>
            <a:off x="2231001" y="4409467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0" name="candidate-103">
            <a:extLst>
              <a:ext uri="{FF2B5EF4-FFF2-40B4-BE49-F238E27FC236}">
                <a16:creationId xmlns:a16="http://schemas.microsoft.com/office/drawing/2014/main" id="{074EA5EF-6010-43D8-97B7-08018BAD49DC}"/>
              </a:ext>
            </a:extLst>
          </p:cNvPr>
          <p:cNvSpPr>
            <a:spLocks noGrp="1"/>
          </p:cNvSpPr>
          <p:nvPr/>
        </p:nvSpPr>
        <p:spPr>
          <a:xfrm>
            <a:off x="2393962" y="4412164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1" name="candidate-104">
            <a:extLst>
              <a:ext uri="{FF2B5EF4-FFF2-40B4-BE49-F238E27FC236}">
                <a16:creationId xmlns:a16="http://schemas.microsoft.com/office/drawing/2014/main" id="{708A3F71-7ADA-4844-90FD-C9884A05DB3D}"/>
              </a:ext>
            </a:extLst>
          </p:cNvPr>
          <p:cNvSpPr>
            <a:spLocks noGrp="1"/>
          </p:cNvSpPr>
          <p:nvPr/>
        </p:nvSpPr>
        <p:spPr>
          <a:xfrm>
            <a:off x="2367700" y="4404533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2" name="candidate-105">
            <a:extLst>
              <a:ext uri="{FF2B5EF4-FFF2-40B4-BE49-F238E27FC236}">
                <a16:creationId xmlns:a16="http://schemas.microsoft.com/office/drawing/2014/main" id="{894AF719-08AC-46BE-B541-2735C7870226}"/>
              </a:ext>
            </a:extLst>
          </p:cNvPr>
          <p:cNvSpPr>
            <a:spLocks noGrp="1"/>
          </p:cNvSpPr>
          <p:nvPr/>
        </p:nvSpPr>
        <p:spPr>
          <a:xfrm>
            <a:off x="3331899" y="3614131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3" name="candidate-106">
            <a:extLst>
              <a:ext uri="{FF2B5EF4-FFF2-40B4-BE49-F238E27FC236}">
                <a16:creationId xmlns:a16="http://schemas.microsoft.com/office/drawing/2014/main" id="{F08A87F5-A22D-4BB0-841B-6B3F3D68C566}"/>
              </a:ext>
            </a:extLst>
          </p:cNvPr>
          <p:cNvSpPr>
            <a:spLocks noGrp="1"/>
          </p:cNvSpPr>
          <p:nvPr/>
        </p:nvSpPr>
        <p:spPr>
          <a:xfrm>
            <a:off x="3604898" y="4483400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4" name="candidate-108">
            <a:extLst>
              <a:ext uri="{FF2B5EF4-FFF2-40B4-BE49-F238E27FC236}">
                <a16:creationId xmlns:a16="http://schemas.microsoft.com/office/drawing/2014/main" id="{A768F132-C910-412C-81DF-1FCA4039B64B}"/>
              </a:ext>
            </a:extLst>
          </p:cNvPr>
          <p:cNvSpPr>
            <a:spLocks noGrp="1"/>
          </p:cNvSpPr>
          <p:nvPr/>
        </p:nvSpPr>
        <p:spPr>
          <a:xfrm>
            <a:off x="3666458" y="4479264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5" name="candidate-109">
            <a:extLst>
              <a:ext uri="{FF2B5EF4-FFF2-40B4-BE49-F238E27FC236}">
                <a16:creationId xmlns:a16="http://schemas.microsoft.com/office/drawing/2014/main" id="{CE58D9F2-3A42-4BF0-9799-CB57110FA483}"/>
              </a:ext>
            </a:extLst>
          </p:cNvPr>
          <p:cNvSpPr>
            <a:spLocks noGrp="1"/>
          </p:cNvSpPr>
          <p:nvPr/>
        </p:nvSpPr>
        <p:spPr>
          <a:xfrm>
            <a:off x="3201498" y="3756884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6" name="candidate-110">
            <a:extLst>
              <a:ext uri="{FF2B5EF4-FFF2-40B4-BE49-F238E27FC236}">
                <a16:creationId xmlns:a16="http://schemas.microsoft.com/office/drawing/2014/main" id="{3C72856E-A2A6-444C-9696-942101F6FB64}"/>
              </a:ext>
            </a:extLst>
          </p:cNvPr>
          <p:cNvSpPr>
            <a:spLocks noGrp="1"/>
          </p:cNvSpPr>
          <p:nvPr/>
        </p:nvSpPr>
        <p:spPr>
          <a:xfrm>
            <a:off x="2529342" y="4390698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7" name="candidate-112">
            <a:extLst>
              <a:ext uri="{FF2B5EF4-FFF2-40B4-BE49-F238E27FC236}">
                <a16:creationId xmlns:a16="http://schemas.microsoft.com/office/drawing/2014/main" id="{8E34D812-B8CB-43B0-A16D-06BC9DDFF4E7}"/>
              </a:ext>
            </a:extLst>
          </p:cNvPr>
          <p:cNvSpPr>
            <a:spLocks noGrp="1"/>
          </p:cNvSpPr>
          <p:nvPr/>
        </p:nvSpPr>
        <p:spPr>
          <a:xfrm>
            <a:off x="4042116" y="2524237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8" name="candidate-113">
            <a:extLst>
              <a:ext uri="{FF2B5EF4-FFF2-40B4-BE49-F238E27FC236}">
                <a16:creationId xmlns:a16="http://schemas.microsoft.com/office/drawing/2014/main" id="{74A6423E-9B5A-433D-9EEB-01E51E3FF2D3}"/>
              </a:ext>
            </a:extLst>
          </p:cNvPr>
          <p:cNvSpPr>
            <a:spLocks noGrp="1"/>
          </p:cNvSpPr>
          <p:nvPr/>
        </p:nvSpPr>
        <p:spPr>
          <a:xfrm>
            <a:off x="3382941" y="3686476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9" name="candidate-114">
            <a:extLst>
              <a:ext uri="{FF2B5EF4-FFF2-40B4-BE49-F238E27FC236}">
                <a16:creationId xmlns:a16="http://schemas.microsoft.com/office/drawing/2014/main" id="{ACB5E24E-ACD1-4079-9CB5-CEE9A647930B}"/>
              </a:ext>
            </a:extLst>
          </p:cNvPr>
          <p:cNvSpPr>
            <a:spLocks noGrp="1"/>
          </p:cNvSpPr>
          <p:nvPr/>
        </p:nvSpPr>
        <p:spPr>
          <a:xfrm>
            <a:off x="2520069" y="4373882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0" name="candidate-117">
            <a:extLst>
              <a:ext uri="{FF2B5EF4-FFF2-40B4-BE49-F238E27FC236}">
                <a16:creationId xmlns:a16="http://schemas.microsoft.com/office/drawing/2014/main" id="{31855D57-8249-481F-992E-CD0BD8BA1DFA}"/>
              </a:ext>
            </a:extLst>
          </p:cNvPr>
          <p:cNvSpPr>
            <a:spLocks noGrp="1"/>
          </p:cNvSpPr>
          <p:nvPr/>
        </p:nvSpPr>
        <p:spPr>
          <a:xfrm>
            <a:off x="4773504" y="4504476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1" name="candidate-118">
            <a:extLst>
              <a:ext uri="{FF2B5EF4-FFF2-40B4-BE49-F238E27FC236}">
                <a16:creationId xmlns:a16="http://schemas.microsoft.com/office/drawing/2014/main" id="{03EF3F66-D5BB-4F58-A9D8-D3300869F7A1}"/>
              </a:ext>
            </a:extLst>
          </p:cNvPr>
          <p:cNvSpPr>
            <a:spLocks noGrp="1"/>
          </p:cNvSpPr>
          <p:nvPr/>
        </p:nvSpPr>
        <p:spPr>
          <a:xfrm>
            <a:off x="3631185" y="3690831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2" name="candidate-119">
            <a:extLst>
              <a:ext uri="{FF2B5EF4-FFF2-40B4-BE49-F238E27FC236}">
                <a16:creationId xmlns:a16="http://schemas.microsoft.com/office/drawing/2014/main" id="{1B277C39-5C0C-4F7D-A97D-36A519762C4E}"/>
              </a:ext>
            </a:extLst>
          </p:cNvPr>
          <p:cNvSpPr>
            <a:spLocks noGrp="1"/>
          </p:cNvSpPr>
          <p:nvPr/>
        </p:nvSpPr>
        <p:spPr>
          <a:xfrm>
            <a:off x="2498313" y="4392950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3" name="candidate-120">
            <a:extLst>
              <a:ext uri="{FF2B5EF4-FFF2-40B4-BE49-F238E27FC236}">
                <a16:creationId xmlns:a16="http://schemas.microsoft.com/office/drawing/2014/main" id="{FBC47B7A-EDD5-4C65-B28C-68DD419CBCBB}"/>
              </a:ext>
            </a:extLst>
          </p:cNvPr>
          <p:cNvSpPr>
            <a:spLocks noGrp="1"/>
          </p:cNvSpPr>
          <p:nvPr/>
        </p:nvSpPr>
        <p:spPr>
          <a:xfrm>
            <a:off x="3394703" y="3738005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4" name="candidate-121">
            <a:extLst>
              <a:ext uri="{FF2B5EF4-FFF2-40B4-BE49-F238E27FC236}">
                <a16:creationId xmlns:a16="http://schemas.microsoft.com/office/drawing/2014/main" id="{CF37033B-89F3-41F2-815F-9259CB73A6CE}"/>
              </a:ext>
            </a:extLst>
          </p:cNvPr>
          <p:cNvSpPr>
            <a:spLocks noGrp="1"/>
          </p:cNvSpPr>
          <p:nvPr/>
        </p:nvSpPr>
        <p:spPr>
          <a:xfrm>
            <a:off x="2751149" y="4408117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5" name="candidate-122">
            <a:extLst>
              <a:ext uri="{FF2B5EF4-FFF2-40B4-BE49-F238E27FC236}">
                <a16:creationId xmlns:a16="http://schemas.microsoft.com/office/drawing/2014/main" id="{5B35D7D6-CAFE-4169-9ACC-9D579DC2FA9A}"/>
              </a:ext>
            </a:extLst>
          </p:cNvPr>
          <p:cNvSpPr>
            <a:spLocks noGrp="1"/>
          </p:cNvSpPr>
          <p:nvPr/>
        </p:nvSpPr>
        <p:spPr>
          <a:xfrm>
            <a:off x="3592153" y="4476966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6" name="candidate-123">
            <a:extLst>
              <a:ext uri="{FF2B5EF4-FFF2-40B4-BE49-F238E27FC236}">
                <a16:creationId xmlns:a16="http://schemas.microsoft.com/office/drawing/2014/main" id="{8D0BCEA1-7455-432B-9018-FA22DBD8B444}"/>
              </a:ext>
            </a:extLst>
          </p:cNvPr>
          <p:cNvSpPr>
            <a:spLocks noGrp="1"/>
          </p:cNvSpPr>
          <p:nvPr/>
        </p:nvSpPr>
        <p:spPr>
          <a:xfrm>
            <a:off x="3365815" y="3748348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7" name="candidate-124">
            <a:extLst>
              <a:ext uri="{FF2B5EF4-FFF2-40B4-BE49-F238E27FC236}">
                <a16:creationId xmlns:a16="http://schemas.microsoft.com/office/drawing/2014/main" id="{A5A582FA-ABE4-4C3C-8A04-AE4D1D1ECAF5}"/>
              </a:ext>
            </a:extLst>
          </p:cNvPr>
          <p:cNvSpPr>
            <a:spLocks noGrp="1"/>
          </p:cNvSpPr>
          <p:nvPr/>
        </p:nvSpPr>
        <p:spPr>
          <a:xfrm>
            <a:off x="4402091" y="2359385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8" name="candidate-125">
            <a:extLst>
              <a:ext uri="{FF2B5EF4-FFF2-40B4-BE49-F238E27FC236}">
                <a16:creationId xmlns:a16="http://schemas.microsoft.com/office/drawing/2014/main" id="{193239E3-9B2D-4FF7-A4E2-75FE406C5B97}"/>
              </a:ext>
            </a:extLst>
          </p:cNvPr>
          <p:cNvSpPr>
            <a:spLocks noGrp="1"/>
          </p:cNvSpPr>
          <p:nvPr/>
        </p:nvSpPr>
        <p:spPr>
          <a:xfrm>
            <a:off x="4436518" y="2343590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9" name="candidate-126">
            <a:extLst>
              <a:ext uri="{FF2B5EF4-FFF2-40B4-BE49-F238E27FC236}">
                <a16:creationId xmlns:a16="http://schemas.microsoft.com/office/drawing/2014/main" id="{06634995-03C4-422F-850F-276806280E7F}"/>
              </a:ext>
            </a:extLst>
          </p:cNvPr>
          <p:cNvSpPr>
            <a:spLocks noGrp="1"/>
          </p:cNvSpPr>
          <p:nvPr/>
        </p:nvSpPr>
        <p:spPr>
          <a:xfrm>
            <a:off x="4096320" y="2566455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0" name="candidate-127">
            <a:extLst>
              <a:ext uri="{FF2B5EF4-FFF2-40B4-BE49-F238E27FC236}">
                <a16:creationId xmlns:a16="http://schemas.microsoft.com/office/drawing/2014/main" id="{6FEADC84-FA35-4B0F-8C8A-0AB3E1D52CB9}"/>
              </a:ext>
            </a:extLst>
          </p:cNvPr>
          <p:cNvSpPr>
            <a:spLocks noGrp="1"/>
          </p:cNvSpPr>
          <p:nvPr/>
        </p:nvSpPr>
        <p:spPr>
          <a:xfrm>
            <a:off x="4343419" y="2254158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1" name="candidate-128">
            <a:extLst>
              <a:ext uri="{FF2B5EF4-FFF2-40B4-BE49-F238E27FC236}">
                <a16:creationId xmlns:a16="http://schemas.microsoft.com/office/drawing/2014/main" id="{6EEAEC8C-5A95-43B7-86A0-98B5E82FA8A1}"/>
              </a:ext>
            </a:extLst>
          </p:cNvPr>
          <p:cNvSpPr>
            <a:spLocks noGrp="1"/>
          </p:cNvSpPr>
          <p:nvPr/>
        </p:nvSpPr>
        <p:spPr>
          <a:xfrm>
            <a:off x="6872940" y="3396354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2" name="candidate-129">
            <a:extLst>
              <a:ext uri="{FF2B5EF4-FFF2-40B4-BE49-F238E27FC236}">
                <a16:creationId xmlns:a16="http://schemas.microsoft.com/office/drawing/2014/main" id="{24C44F84-0539-459F-B810-0CE56B65303E}"/>
              </a:ext>
            </a:extLst>
          </p:cNvPr>
          <p:cNvSpPr>
            <a:spLocks noGrp="1"/>
          </p:cNvSpPr>
          <p:nvPr/>
        </p:nvSpPr>
        <p:spPr>
          <a:xfrm>
            <a:off x="4505969" y="2278684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3" name="candidate-133">
            <a:extLst>
              <a:ext uri="{FF2B5EF4-FFF2-40B4-BE49-F238E27FC236}">
                <a16:creationId xmlns:a16="http://schemas.microsoft.com/office/drawing/2014/main" id="{4E05524A-2B24-439C-B9FD-8A5D9069A44D}"/>
              </a:ext>
            </a:extLst>
          </p:cNvPr>
          <p:cNvSpPr>
            <a:spLocks noGrp="1"/>
          </p:cNvSpPr>
          <p:nvPr/>
        </p:nvSpPr>
        <p:spPr>
          <a:xfrm>
            <a:off x="4598719" y="2265416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4" name="candidate-134">
            <a:extLst>
              <a:ext uri="{FF2B5EF4-FFF2-40B4-BE49-F238E27FC236}">
                <a16:creationId xmlns:a16="http://schemas.microsoft.com/office/drawing/2014/main" id="{A7E9A527-69AD-4C4D-AF1A-46731BD0312B}"/>
              </a:ext>
            </a:extLst>
          </p:cNvPr>
          <p:cNvSpPr>
            <a:spLocks noGrp="1"/>
          </p:cNvSpPr>
          <p:nvPr/>
        </p:nvSpPr>
        <p:spPr>
          <a:xfrm>
            <a:off x="2713387" y="4149982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5" name="candidate-135">
            <a:extLst>
              <a:ext uri="{FF2B5EF4-FFF2-40B4-BE49-F238E27FC236}">
                <a16:creationId xmlns:a16="http://schemas.microsoft.com/office/drawing/2014/main" id="{1657DEF3-1D58-4A95-8335-9A1895433044}"/>
              </a:ext>
            </a:extLst>
          </p:cNvPr>
          <p:cNvSpPr>
            <a:spLocks noGrp="1"/>
          </p:cNvSpPr>
          <p:nvPr/>
        </p:nvSpPr>
        <p:spPr>
          <a:xfrm>
            <a:off x="4602117" y="4450022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6" name="candidate-136">
            <a:extLst>
              <a:ext uri="{FF2B5EF4-FFF2-40B4-BE49-F238E27FC236}">
                <a16:creationId xmlns:a16="http://schemas.microsoft.com/office/drawing/2014/main" id="{6B5D2137-5455-48E5-B8A7-415C0CBE2735}"/>
              </a:ext>
            </a:extLst>
          </p:cNvPr>
          <p:cNvSpPr>
            <a:spLocks noGrp="1"/>
          </p:cNvSpPr>
          <p:nvPr/>
        </p:nvSpPr>
        <p:spPr>
          <a:xfrm>
            <a:off x="2585363" y="4145268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7" name="candidate-139">
            <a:extLst>
              <a:ext uri="{FF2B5EF4-FFF2-40B4-BE49-F238E27FC236}">
                <a16:creationId xmlns:a16="http://schemas.microsoft.com/office/drawing/2014/main" id="{037A65B8-4261-41CF-9F7F-3CC776105E65}"/>
              </a:ext>
            </a:extLst>
          </p:cNvPr>
          <p:cNvSpPr>
            <a:spLocks noGrp="1"/>
          </p:cNvSpPr>
          <p:nvPr/>
        </p:nvSpPr>
        <p:spPr>
          <a:xfrm>
            <a:off x="4030665" y="2800196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8" name="candidate-140">
            <a:extLst>
              <a:ext uri="{FF2B5EF4-FFF2-40B4-BE49-F238E27FC236}">
                <a16:creationId xmlns:a16="http://schemas.microsoft.com/office/drawing/2014/main" id="{E915DCF5-8264-450E-8FA0-53215751CB85}"/>
              </a:ext>
            </a:extLst>
          </p:cNvPr>
          <p:cNvSpPr>
            <a:spLocks noGrp="1"/>
          </p:cNvSpPr>
          <p:nvPr/>
        </p:nvSpPr>
        <p:spPr>
          <a:xfrm>
            <a:off x="2558180" y="4406622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9" name="candidate-141">
            <a:extLst>
              <a:ext uri="{FF2B5EF4-FFF2-40B4-BE49-F238E27FC236}">
                <a16:creationId xmlns:a16="http://schemas.microsoft.com/office/drawing/2014/main" id="{3FE70568-6C30-4921-88FE-B76BA088FCA9}"/>
              </a:ext>
            </a:extLst>
          </p:cNvPr>
          <p:cNvSpPr>
            <a:spLocks noGrp="1"/>
          </p:cNvSpPr>
          <p:nvPr/>
        </p:nvSpPr>
        <p:spPr>
          <a:xfrm>
            <a:off x="3155222" y="4382408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0" name="candidate-142">
            <a:extLst>
              <a:ext uri="{FF2B5EF4-FFF2-40B4-BE49-F238E27FC236}">
                <a16:creationId xmlns:a16="http://schemas.microsoft.com/office/drawing/2014/main" id="{90428929-D515-482A-B227-10FC4192F1F6}"/>
              </a:ext>
            </a:extLst>
          </p:cNvPr>
          <p:cNvSpPr>
            <a:spLocks noGrp="1"/>
          </p:cNvSpPr>
          <p:nvPr/>
        </p:nvSpPr>
        <p:spPr>
          <a:xfrm>
            <a:off x="4269263" y="2505317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1" name="candidate-143">
            <a:extLst>
              <a:ext uri="{FF2B5EF4-FFF2-40B4-BE49-F238E27FC236}">
                <a16:creationId xmlns:a16="http://schemas.microsoft.com/office/drawing/2014/main" id="{134DA811-712F-4C8B-8094-DDE8A7F4358C}"/>
              </a:ext>
            </a:extLst>
          </p:cNvPr>
          <p:cNvSpPr>
            <a:spLocks noGrp="1"/>
          </p:cNvSpPr>
          <p:nvPr/>
        </p:nvSpPr>
        <p:spPr>
          <a:xfrm>
            <a:off x="2591549" y="4101696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2" name="candidate-144">
            <a:extLst>
              <a:ext uri="{FF2B5EF4-FFF2-40B4-BE49-F238E27FC236}">
                <a16:creationId xmlns:a16="http://schemas.microsoft.com/office/drawing/2014/main" id="{B152B856-FDC6-489E-81E6-06F9E7E66E90}"/>
              </a:ext>
            </a:extLst>
          </p:cNvPr>
          <p:cNvSpPr>
            <a:spLocks noGrp="1"/>
          </p:cNvSpPr>
          <p:nvPr/>
        </p:nvSpPr>
        <p:spPr>
          <a:xfrm>
            <a:off x="2455958" y="4411760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3" name="candidate-145">
            <a:extLst>
              <a:ext uri="{FF2B5EF4-FFF2-40B4-BE49-F238E27FC236}">
                <a16:creationId xmlns:a16="http://schemas.microsoft.com/office/drawing/2014/main" id="{B24FC932-7E84-4EFD-A8AD-FC02F185B6E6}"/>
              </a:ext>
            </a:extLst>
          </p:cNvPr>
          <p:cNvSpPr>
            <a:spLocks noGrp="1"/>
          </p:cNvSpPr>
          <p:nvPr/>
        </p:nvSpPr>
        <p:spPr>
          <a:xfrm>
            <a:off x="4471915" y="2342049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4" name="candidate-146">
            <a:extLst>
              <a:ext uri="{FF2B5EF4-FFF2-40B4-BE49-F238E27FC236}">
                <a16:creationId xmlns:a16="http://schemas.microsoft.com/office/drawing/2014/main" id="{1BDCF4EC-AEEE-4DD2-84AF-7E636829E564}"/>
              </a:ext>
            </a:extLst>
          </p:cNvPr>
          <p:cNvSpPr>
            <a:spLocks noGrp="1"/>
          </p:cNvSpPr>
          <p:nvPr/>
        </p:nvSpPr>
        <p:spPr>
          <a:xfrm>
            <a:off x="3252771" y="4291159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5" name="candidate-147">
            <a:extLst>
              <a:ext uri="{FF2B5EF4-FFF2-40B4-BE49-F238E27FC236}">
                <a16:creationId xmlns:a16="http://schemas.microsoft.com/office/drawing/2014/main" id="{D6D37A63-95C5-4ECC-B703-112668D3E823}"/>
              </a:ext>
            </a:extLst>
          </p:cNvPr>
          <p:cNvSpPr>
            <a:spLocks noGrp="1"/>
          </p:cNvSpPr>
          <p:nvPr/>
        </p:nvSpPr>
        <p:spPr>
          <a:xfrm>
            <a:off x="4674194" y="2579119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6" name="candidate-148">
            <a:extLst>
              <a:ext uri="{FF2B5EF4-FFF2-40B4-BE49-F238E27FC236}">
                <a16:creationId xmlns:a16="http://schemas.microsoft.com/office/drawing/2014/main" id="{B21F1BC1-554A-4EBE-8265-1F9B93CD75BD}"/>
              </a:ext>
            </a:extLst>
          </p:cNvPr>
          <p:cNvSpPr>
            <a:spLocks noGrp="1"/>
          </p:cNvSpPr>
          <p:nvPr/>
        </p:nvSpPr>
        <p:spPr>
          <a:xfrm>
            <a:off x="2666377" y="4403202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7" name="candidate-149">
            <a:extLst>
              <a:ext uri="{FF2B5EF4-FFF2-40B4-BE49-F238E27FC236}">
                <a16:creationId xmlns:a16="http://schemas.microsoft.com/office/drawing/2014/main" id="{83F5E96B-1049-40B3-AEBD-BF65F7BF64E8}"/>
              </a:ext>
            </a:extLst>
          </p:cNvPr>
          <p:cNvSpPr>
            <a:spLocks noGrp="1"/>
          </p:cNvSpPr>
          <p:nvPr/>
        </p:nvSpPr>
        <p:spPr>
          <a:xfrm>
            <a:off x="4677082" y="2582758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8" name="candidate-150">
            <a:extLst>
              <a:ext uri="{FF2B5EF4-FFF2-40B4-BE49-F238E27FC236}">
                <a16:creationId xmlns:a16="http://schemas.microsoft.com/office/drawing/2014/main" id="{8B12EF52-AAEC-40F7-B7B5-CAB08048A2EF}"/>
              </a:ext>
            </a:extLst>
          </p:cNvPr>
          <p:cNvSpPr>
            <a:spLocks noGrp="1"/>
          </p:cNvSpPr>
          <p:nvPr/>
        </p:nvSpPr>
        <p:spPr>
          <a:xfrm>
            <a:off x="2574858" y="4404077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9" name="candidate-151">
            <a:extLst>
              <a:ext uri="{FF2B5EF4-FFF2-40B4-BE49-F238E27FC236}">
                <a16:creationId xmlns:a16="http://schemas.microsoft.com/office/drawing/2014/main" id="{0183F2B2-A82E-46DB-80D4-0C2DAD98550E}"/>
              </a:ext>
            </a:extLst>
          </p:cNvPr>
          <p:cNvSpPr>
            <a:spLocks noGrp="1"/>
          </p:cNvSpPr>
          <p:nvPr/>
        </p:nvSpPr>
        <p:spPr>
          <a:xfrm>
            <a:off x="6556714" y="3353380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0" name="candidate-152">
            <a:extLst>
              <a:ext uri="{FF2B5EF4-FFF2-40B4-BE49-F238E27FC236}">
                <a16:creationId xmlns:a16="http://schemas.microsoft.com/office/drawing/2014/main" id="{CE2146F2-CBFD-47B6-9BEA-697E27143C16}"/>
              </a:ext>
            </a:extLst>
          </p:cNvPr>
          <p:cNvSpPr>
            <a:spLocks noGrp="1"/>
          </p:cNvSpPr>
          <p:nvPr/>
        </p:nvSpPr>
        <p:spPr>
          <a:xfrm>
            <a:off x="3863684" y="4405386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1" name="candidate-153">
            <a:extLst>
              <a:ext uri="{FF2B5EF4-FFF2-40B4-BE49-F238E27FC236}">
                <a16:creationId xmlns:a16="http://schemas.microsoft.com/office/drawing/2014/main" id="{FDCA8940-A0FC-4DFA-B8A2-EB875F802575}"/>
              </a:ext>
            </a:extLst>
          </p:cNvPr>
          <p:cNvSpPr>
            <a:spLocks noGrp="1"/>
          </p:cNvSpPr>
          <p:nvPr/>
        </p:nvSpPr>
        <p:spPr>
          <a:xfrm>
            <a:off x="4692192" y="2737755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2" name="candidate-154">
            <a:extLst>
              <a:ext uri="{FF2B5EF4-FFF2-40B4-BE49-F238E27FC236}">
                <a16:creationId xmlns:a16="http://schemas.microsoft.com/office/drawing/2014/main" id="{E4EAFD39-59CE-469E-B6CE-60635A184CCD}"/>
              </a:ext>
            </a:extLst>
          </p:cNvPr>
          <p:cNvSpPr>
            <a:spLocks noGrp="1"/>
          </p:cNvSpPr>
          <p:nvPr/>
        </p:nvSpPr>
        <p:spPr>
          <a:xfrm>
            <a:off x="2386444" y="4405550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3" name="candidate-155">
            <a:extLst>
              <a:ext uri="{FF2B5EF4-FFF2-40B4-BE49-F238E27FC236}">
                <a16:creationId xmlns:a16="http://schemas.microsoft.com/office/drawing/2014/main" id="{E510A5DF-FDA3-45A2-9FB6-7296B7063980}"/>
              </a:ext>
            </a:extLst>
          </p:cNvPr>
          <p:cNvSpPr>
            <a:spLocks noGrp="1"/>
          </p:cNvSpPr>
          <p:nvPr/>
        </p:nvSpPr>
        <p:spPr>
          <a:xfrm>
            <a:off x="2690535" y="4405713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4" name="candidate-156">
            <a:extLst>
              <a:ext uri="{FF2B5EF4-FFF2-40B4-BE49-F238E27FC236}">
                <a16:creationId xmlns:a16="http://schemas.microsoft.com/office/drawing/2014/main" id="{2518B692-5180-4A9B-96E5-1DA496FEEC97}"/>
              </a:ext>
            </a:extLst>
          </p:cNvPr>
          <p:cNvSpPr>
            <a:spLocks noGrp="1"/>
          </p:cNvSpPr>
          <p:nvPr/>
        </p:nvSpPr>
        <p:spPr>
          <a:xfrm>
            <a:off x="4701477" y="2749118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5" name="candidate-157">
            <a:extLst>
              <a:ext uri="{FF2B5EF4-FFF2-40B4-BE49-F238E27FC236}">
                <a16:creationId xmlns:a16="http://schemas.microsoft.com/office/drawing/2014/main" id="{6B5571E6-6D6D-4FE8-BD06-26622E27F11D}"/>
              </a:ext>
            </a:extLst>
          </p:cNvPr>
          <p:cNvSpPr>
            <a:spLocks noGrp="1"/>
          </p:cNvSpPr>
          <p:nvPr/>
        </p:nvSpPr>
        <p:spPr>
          <a:xfrm>
            <a:off x="2327598" y="4405165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6" name="candidate-158">
            <a:extLst>
              <a:ext uri="{FF2B5EF4-FFF2-40B4-BE49-F238E27FC236}">
                <a16:creationId xmlns:a16="http://schemas.microsoft.com/office/drawing/2014/main" id="{EDC4EB41-99AD-4A60-92FE-3893E344C747}"/>
              </a:ext>
            </a:extLst>
          </p:cNvPr>
          <p:cNvSpPr>
            <a:spLocks noGrp="1"/>
          </p:cNvSpPr>
          <p:nvPr/>
        </p:nvSpPr>
        <p:spPr>
          <a:xfrm>
            <a:off x="4687587" y="2925732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7" name="candidate-159">
            <a:extLst>
              <a:ext uri="{FF2B5EF4-FFF2-40B4-BE49-F238E27FC236}">
                <a16:creationId xmlns:a16="http://schemas.microsoft.com/office/drawing/2014/main" id="{5873EB7D-7951-45E1-A1E0-D38A1A115046}"/>
              </a:ext>
            </a:extLst>
          </p:cNvPr>
          <p:cNvSpPr>
            <a:spLocks noGrp="1"/>
          </p:cNvSpPr>
          <p:nvPr/>
        </p:nvSpPr>
        <p:spPr>
          <a:xfrm>
            <a:off x="2340978" y="4402784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8" name="candidate-160">
            <a:extLst>
              <a:ext uri="{FF2B5EF4-FFF2-40B4-BE49-F238E27FC236}">
                <a16:creationId xmlns:a16="http://schemas.microsoft.com/office/drawing/2014/main" id="{BB000A5D-67F1-42D7-A6D1-4A7450350E2B}"/>
              </a:ext>
            </a:extLst>
          </p:cNvPr>
          <p:cNvSpPr>
            <a:spLocks noGrp="1"/>
          </p:cNvSpPr>
          <p:nvPr/>
        </p:nvSpPr>
        <p:spPr>
          <a:xfrm>
            <a:off x="2587155" y="4058007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9" name="candidate-161">
            <a:extLst>
              <a:ext uri="{FF2B5EF4-FFF2-40B4-BE49-F238E27FC236}">
                <a16:creationId xmlns:a16="http://schemas.microsoft.com/office/drawing/2014/main" id="{E890F077-B07E-484B-9DD1-076FE46F3EEE}"/>
              </a:ext>
            </a:extLst>
          </p:cNvPr>
          <p:cNvSpPr>
            <a:spLocks noGrp="1"/>
          </p:cNvSpPr>
          <p:nvPr/>
        </p:nvSpPr>
        <p:spPr>
          <a:xfrm>
            <a:off x="4703244" y="2938577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0" name="candidate-162">
            <a:extLst>
              <a:ext uri="{FF2B5EF4-FFF2-40B4-BE49-F238E27FC236}">
                <a16:creationId xmlns:a16="http://schemas.microsoft.com/office/drawing/2014/main" id="{BAAB257E-E4CB-4A41-A0A9-E2D836AF0025}"/>
              </a:ext>
            </a:extLst>
          </p:cNvPr>
          <p:cNvSpPr>
            <a:spLocks noGrp="1"/>
          </p:cNvSpPr>
          <p:nvPr/>
        </p:nvSpPr>
        <p:spPr>
          <a:xfrm>
            <a:off x="2353934" y="4388627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1" name="candidate-163">
            <a:extLst>
              <a:ext uri="{FF2B5EF4-FFF2-40B4-BE49-F238E27FC236}">
                <a16:creationId xmlns:a16="http://schemas.microsoft.com/office/drawing/2014/main" id="{E6B3EE0E-E0F8-42D2-8E5B-179C4189A55D}"/>
              </a:ext>
            </a:extLst>
          </p:cNvPr>
          <p:cNvSpPr>
            <a:spLocks noGrp="1"/>
          </p:cNvSpPr>
          <p:nvPr/>
        </p:nvSpPr>
        <p:spPr>
          <a:xfrm>
            <a:off x="4840454" y="3169536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2" name="candidate-164">
            <a:extLst>
              <a:ext uri="{FF2B5EF4-FFF2-40B4-BE49-F238E27FC236}">
                <a16:creationId xmlns:a16="http://schemas.microsoft.com/office/drawing/2014/main" id="{3BB2774B-53AF-41E4-B6B3-E14F93ACE521}"/>
              </a:ext>
            </a:extLst>
          </p:cNvPr>
          <p:cNvSpPr>
            <a:spLocks noGrp="1"/>
          </p:cNvSpPr>
          <p:nvPr/>
        </p:nvSpPr>
        <p:spPr>
          <a:xfrm>
            <a:off x="2344077" y="3912655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3" name="candidate-165">
            <a:extLst>
              <a:ext uri="{FF2B5EF4-FFF2-40B4-BE49-F238E27FC236}">
                <a16:creationId xmlns:a16="http://schemas.microsoft.com/office/drawing/2014/main" id="{2A88AEBE-6438-4D8E-96F1-5456C9916EC3}"/>
              </a:ext>
            </a:extLst>
          </p:cNvPr>
          <p:cNvSpPr>
            <a:spLocks noGrp="1"/>
          </p:cNvSpPr>
          <p:nvPr/>
        </p:nvSpPr>
        <p:spPr>
          <a:xfrm>
            <a:off x="3906861" y="4438206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4" name="candidate-166">
            <a:extLst>
              <a:ext uri="{FF2B5EF4-FFF2-40B4-BE49-F238E27FC236}">
                <a16:creationId xmlns:a16="http://schemas.microsoft.com/office/drawing/2014/main" id="{4DE12D41-F8A4-4ECD-B9BC-7E7C26168D15}"/>
              </a:ext>
            </a:extLst>
          </p:cNvPr>
          <p:cNvSpPr>
            <a:spLocks noGrp="1"/>
          </p:cNvSpPr>
          <p:nvPr/>
        </p:nvSpPr>
        <p:spPr>
          <a:xfrm>
            <a:off x="4629562" y="3715495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5" name="candidate-167">
            <a:extLst>
              <a:ext uri="{FF2B5EF4-FFF2-40B4-BE49-F238E27FC236}">
                <a16:creationId xmlns:a16="http://schemas.microsoft.com/office/drawing/2014/main" id="{D313A2BA-EFC4-499A-AC76-D01F86FC0053}"/>
              </a:ext>
            </a:extLst>
          </p:cNvPr>
          <p:cNvSpPr>
            <a:spLocks noGrp="1"/>
          </p:cNvSpPr>
          <p:nvPr/>
        </p:nvSpPr>
        <p:spPr>
          <a:xfrm>
            <a:off x="2307932" y="4396476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6" name="candidate-168">
            <a:extLst>
              <a:ext uri="{FF2B5EF4-FFF2-40B4-BE49-F238E27FC236}">
                <a16:creationId xmlns:a16="http://schemas.microsoft.com/office/drawing/2014/main" id="{62BD7D9A-AEAD-4796-B2BA-8991965AFDCA}"/>
              </a:ext>
            </a:extLst>
          </p:cNvPr>
          <p:cNvSpPr>
            <a:spLocks noGrp="1"/>
          </p:cNvSpPr>
          <p:nvPr/>
        </p:nvSpPr>
        <p:spPr>
          <a:xfrm>
            <a:off x="4742475" y="4085730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7" name="candidate-169">
            <a:extLst>
              <a:ext uri="{FF2B5EF4-FFF2-40B4-BE49-F238E27FC236}">
                <a16:creationId xmlns:a16="http://schemas.microsoft.com/office/drawing/2014/main" id="{1F954FF3-E63C-4F41-AFB3-C74836C6EA4E}"/>
              </a:ext>
            </a:extLst>
          </p:cNvPr>
          <p:cNvSpPr>
            <a:spLocks noGrp="1"/>
          </p:cNvSpPr>
          <p:nvPr/>
        </p:nvSpPr>
        <p:spPr>
          <a:xfrm>
            <a:off x="2550264" y="4391588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8" name="candidate-170">
            <a:extLst>
              <a:ext uri="{FF2B5EF4-FFF2-40B4-BE49-F238E27FC236}">
                <a16:creationId xmlns:a16="http://schemas.microsoft.com/office/drawing/2014/main" id="{F40183F8-3B8A-4DF4-8EBA-1C0A3C1A6B4B}"/>
              </a:ext>
            </a:extLst>
          </p:cNvPr>
          <p:cNvSpPr>
            <a:spLocks noGrp="1"/>
          </p:cNvSpPr>
          <p:nvPr/>
        </p:nvSpPr>
        <p:spPr>
          <a:xfrm>
            <a:off x="4809910" y="4107205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9" name="candidate-171">
            <a:extLst>
              <a:ext uri="{FF2B5EF4-FFF2-40B4-BE49-F238E27FC236}">
                <a16:creationId xmlns:a16="http://schemas.microsoft.com/office/drawing/2014/main" id="{2403B4EA-687B-4090-9C1C-9A0B0CA568F7}"/>
              </a:ext>
            </a:extLst>
          </p:cNvPr>
          <p:cNvSpPr>
            <a:spLocks noGrp="1"/>
          </p:cNvSpPr>
          <p:nvPr/>
        </p:nvSpPr>
        <p:spPr>
          <a:xfrm>
            <a:off x="4785714" y="4171435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0" name="candidate-172">
            <a:extLst>
              <a:ext uri="{FF2B5EF4-FFF2-40B4-BE49-F238E27FC236}">
                <a16:creationId xmlns:a16="http://schemas.microsoft.com/office/drawing/2014/main" id="{84A5F880-0B06-483C-A239-57A649B7B738}"/>
              </a:ext>
            </a:extLst>
          </p:cNvPr>
          <p:cNvSpPr>
            <a:spLocks noGrp="1"/>
          </p:cNvSpPr>
          <p:nvPr/>
        </p:nvSpPr>
        <p:spPr>
          <a:xfrm>
            <a:off x="4704165" y="4071805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1" name="candidate-173">
            <a:extLst>
              <a:ext uri="{FF2B5EF4-FFF2-40B4-BE49-F238E27FC236}">
                <a16:creationId xmlns:a16="http://schemas.microsoft.com/office/drawing/2014/main" id="{92CDF29C-54D8-4C4D-AAA6-155F6447CC65}"/>
              </a:ext>
            </a:extLst>
          </p:cNvPr>
          <p:cNvSpPr>
            <a:spLocks noGrp="1"/>
          </p:cNvSpPr>
          <p:nvPr/>
        </p:nvSpPr>
        <p:spPr>
          <a:xfrm>
            <a:off x="6192433" y="4236112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2" name="candidate-174">
            <a:extLst>
              <a:ext uri="{FF2B5EF4-FFF2-40B4-BE49-F238E27FC236}">
                <a16:creationId xmlns:a16="http://schemas.microsoft.com/office/drawing/2014/main" id="{3D189956-8798-4732-8DE2-2B7779A37B94}"/>
              </a:ext>
            </a:extLst>
          </p:cNvPr>
          <p:cNvSpPr>
            <a:spLocks noGrp="1"/>
          </p:cNvSpPr>
          <p:nvPr/>
        </p:nvSpPr>
        <p:spPr>
          <a:xfrm>
            <a:off x="3714228" y="4413759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3" name="candidate-175">
            <a:extLst>
              <a:ext uri="{FF2B5EF4-FFF2-40B4-BE49-F238E27FC236}">
                <a16:creationId xmlns:a16="http://schemas.microsoft.com/office/drawing/2014/main" id="{7409F031-72C2-4F22-8765-C9C3D29199CC}"/>
              </a:ext>
            </a:extLst>
          </p:cNvPr>
          <p:cNvSpPr>
            <a:spLocks noGrp="1"/>
          </p:cNvSpPr>
          <p:nvPr/>
        </p:nvSpPr>
        <p:spPr>
          <a:xfrm>
            <a:off x="4648206" y="3170172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4" name="candidate-176">
            <a:extLst>
              <a:ext uri="{FF2B5EF4-FFF2-40B4-BE49-F238E27FC236}">
                <a16:creationId xmlns:a16="http://schemas.microsoft.com/office/drawing/2014/main" id="{7FB0FCBD-6ABB-4035-B671-724A5B11EBEA}"/>
              </a:ext>
            </a:extLst>
          </p:cNvPr>
          <p:cNvSpPr>
            <a:spLocks noGrp="1"/>
          </p:cNvSpPr>
          <p:nvPr/>
        </p:nvSpPr>
        <p:spPr>
          <a:xfrm>
            <a:off x="2412059" y="4394017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5" name="candidate-177">
            <a:extLst>
              <a:ext uri="{FF2B5EF4-FFF2-40B4-BE49-F238E27FC236}">
                <a16:creationId xmlns:a16="http://schemas.microsoft.com/office/drawing/2014/main" id="{3790A9FF-B1E2-483C-A17D-9321A6022E09}"/>
              </a:ext>
            </a:extLst>
          </p:cNvPr>
          <p:cNvSpPr>
            <a:spLocks noGrp="1"/>
          </p:cNvSpPr>
          <p:nvPr/>
        </p:nvSpPr>
        <p:spPr>
          <a:xfrm>
            <a:off x="2723107" y="4129027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6" name="candidate-178">
            <a:extLst>
              <a:ext uri="{FF2B5EF4-FFF2-40B4-BE49-F238E27FC236}">
                <a16:creationId xmlns:a16="http://schemas.microsoft.com/office/drawing/2014/main" id="{5BF214BF-5932-460A-BA9F-7B70A6830479}"/>
              </a:ext>
            </a:extLst>
          </p:cNvPr>
          <p:cNvSpPr>
            <a:spLocks noGrp="1"/>
          </p:cNvSpPr>
          <p:nvPr/>
        </p:nvSpPr>
        <p:spPr>
          <a:xfrm>
            <a:off x="4536686" y="3098115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7" name="candidate-179">
            <a:extLst>
              <a:ext uri="{FF2B5EF4-FFF2-40B4-BE49-F238E27FC236}">
                <a16:creationId xmlns:a16="http://schemas.microsoft.com/office/drawing/2014/main" id="{A12CB5FD-BEA5-41C7-8EBC-16C5CB0EF6EC}"/>
              </a:ext>
            </a:extLst>
          </p:cNvPr>
          <p:cNvSpPr>
            <a:spLocks noGrp="1"/>
          </p:cNvSpPr>
          <p:nvPr/>
        </p:nvSpPr>
        <p:spPr>
          <a:xfrm>
            <a:off x="2343131" y="4416760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8" name="candidate-180">
            <a:extLst>
              <a:ext uri="{FF2B5EF4-FFF2-40B4-BE49-F238E27FC236}">
                <a16:creationId xmlns:a16="http://schemas.microsoft.com/office/drawing/2014/main" id="{65BB3311-B4D7-489F-8867-322B7CE9189D}"/>
              </a:ext>
            </a:extLst>
          </p:cNvPr>
          <p:cNvSpPr>
            <a:spLocks noGrp="1"/>
          </p:cNvSpPr>
          <p:nvPr/>
        </p:nvSpPr>
        <p:spPr>
          <a:xfrm>
            <a:off x="4558343" y="3170086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9" name="candidate-181">
            <a:extLst>
              <a:ext uri="{FF2B5EF4-FFF2-40B4-BE49-F238E27FC236}">
                <a16:creationId xmlns:a16="http://schemas.microsoft.com/office/drawing/2014/main" id="{33351BDF-A354-4DFA-8BA3-3D7C5A1AB119}"/>
              </a:ext>
            </a:extLst>
          </p:cNvPr>
          <p:cNvSpPr>
            <a:spLocks noGrp="1"/>
          </p:cNvSpPr>
          <p:nvPr/>
        </p:nvSpPr>
        <p:spPr>
          <a:xfrm>
            <a:off x="2379574" y="4408464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0" name="candidate-182">
            <a:extLst>
              <a:ext uri="{FF2B5EF4-FFF2-40B4-BE49-F238E27FC236}">
                <a16:creationId xmlns:a16="http://schemas.microsoft.com/office/drawing/2014/main" id="{AF7864A6-107C-4D0E-BC58-A33E3C5F7F1D}"/>
              </a:ext>
            </a:extLst>
          </p:cNvPr>
          <p:cNvSpPr>
            <a:spLocks noGrp="1"/>
          </p:cNvSpPr>
          <p:nvPr/>
        </p:nvSpPr>
        <p:spPr>
          <a:xfrm>
            <a:off x="3839090" y="3772305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1" name="candidate-183">
            <a:extLst>
              <a:ext uri="{FF2B5EF4-FFF2-40B4-BE49-F238E27FC236}">
                <a16:creationId xmlns:a16="http://schemas.microsoft.com/office/drawing/2014/main" id="{0AFD7DF4-C5D9-4EA8-A185-72E3BBB7A2C7}"/>
              </a:ext>
            </a:extLst>
          </p:cNvPr>
          <p:cNvSpPr>
            <a:spLocks noGrp="1"/>
          </p:cNvSpPr>
          <p:nvPr/>
        </p:nvSpPr>
        <p:spPr>
          <a:xfrm>
            <a:off x="4547191" y="3240857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2" name="candidate-184">
            <a:extLst>
              <a:ext uri="{FF2B5EF4-FFF2-40B4-BE49-F238E27FC236}">
                <a16:creationId xmlns:a16="http://schemas.microsoft.com/office/drawing/2014/main" id="{EB35B63F-DD4F-4555-9012-DAD060D597C6}"/>
              </a:ext>
            </a:extLst>
          </p:cNvPr>
          <p:cNvSpPr>
            <a:spLocks noGrp="1"/>
          </p:cNvSpPr>
          <p:nvPr/>
        </p:nvSpPr>
        <p:spPr>
          <a:xfrm>
            <a:off x="2394367" y="4414679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3" name="candidate-185">
            <a:extLst>
              <a:ext uri="{FF2B5EF4-FFF2-40B4-BE49-F238E27FC236}">
                <a16:creationId xmlns:a16="http://schemas.microsoft.com/office/drawing/2014/main" id="{2AE9B459-73F5-43B7-8F08-65DE4B696E04}"/>
              </a:ext>
            </a:extLst>
          </p:cNvPr>
          <p:cNvSpPr>
            <a:spLocks noGrp="1"/>
          </p:cNvSpPr>
          <p:nvPr/>
        </p:nvSpPr>
        <p:spPr>
          <a:xfrm>
            <a:off x="2229022" y="4420730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4" name="candidate-186">
            <a:extLst>
              <a:ext uri="{FF2B5EF4-FFF2-40B4-BE49-F238E27FC236}">
                <a16:creationId xmlns:a16="http://schemas.microsoft.com/office/drawing/2014/main" id="{F6D2019B-AF83-4D65-9CCA-FDFBF5914106}"/>
              </a:ext>
            </a:extLst>
          </p:cNvPr>
          <p:cNvSpPr>
            <a:spLocks noGrp="1"/>
          </p:cNvSpPr>
          <p:nvPr/>
        </p:nvSpPr>
        <p:spPr>
          <a:xfrm>
            <a:off x="3898210" y="3873432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5" name="candidate-188">
            <a:extLst>
              <a:ext uri="{FF2B5EF4-FFF2-40B4-BE49-F238E27FC236}">
                <a16:creationId xmlns:a16="http://schemas.microsoft.com/office/drawing/2014/main" id="{D0DDC140-B476-492C-A4D7-F2203489B766}"/>
              </a:ext>
            </a:extLst>
          </p:cNvPr>
          <p:cNvSpPr>
            <a:spLocks noGrp="1"/>
          </p:cNvSpPr>
          <p:nvPr/>
        </p:nvSpPr>
        <p:spPr>
          <a:xfrm>
            <a:off x="4576166" y="3234965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6" name="candidate-189">
            <a:extLst>
              <a:ext uri="{FF2B5EF4-FFF2-40B4-BE49-F238E27FC236}">
                <a16:creationId xmlns:a16="http://schemas.microsoft.com/office/drawing/2014/main" id="{4B43BDB4-F0B6-412E-B26C-4219858029E1}"/>
              </a:ext>
            </a:extLst>
          </p:cNvPr>
          <p:cNvSpPr>
            <a:spLocks noGrp="1"/>
          </p:cNvSpPr>
          <p:nvPr/>
        </p:nvSpPr>
        <p:spPr>
          <a:xfrm>
            <a:off x="2304242" y="4421346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7" name="candidate-190">
            <a:extLst>
              <a:ext uri="{FF2B5EF4-FFF2-40B4-BE49-F238E27FC236}">
                <a16:creationId xmlns:a16="http://schemas.microsoft.com/office/drawing/2014/main" id="{44FB3F52-6D87-4E2C-9A21-F71B22129CA0}"/>
              </a:ext>
            </a:extLst>
          </p:cNvPr>
          <p:cNvSpPr>
            <a:spLocks noGrp="1"/>
          </p:cNvSpPr>
          <p:nvPr/>
        </p:nvSpPr>
        <p:spPr>
          <a:xfrm>
            <a:off x="4405090" y="3347610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8" name="candidate-191">
            <a:extLst>
              <a:ext uri="{FF2B5EF4-FFF2-40B4-BE49-F238E27FC236}">
                <a16:creationId xmlns:a16="http://schemas.microsoft.com/office/drawing/2014/main" id="{27C7FD68-65D8-4B05-B928-57879C3FCAFE}"/>
              </a:ext>
            </a:extLst>
          </p:cNvPr>
          <p:cNvSpPr>
            <a:spLocks noGrp="1"/>
          </p:cNvSpPr>
          <p:nvPr/>
        </p:nvSpPr>
        <p:spPr>
          <a:xfrm>
            <a:off x="2290134" y="4414395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9" name="candidate-192">
            <a:extLst>
              <a:ext uri="{FF2B5EF4-FFF2-40B4-BE49-F238E27FC236}">
                <a16:creationId xmlns:a16="http://schemas.microsoft.com/office/drawing/2014/main" id="{B6E248FC-A86A-459A-A91A-84DDDCA72B3D}"/>
              </a:ext>
            </a:extLst>
          </p:cNvPr>
          <p:cNvSpPr>
            <a:spLocks noGrp="1"/>
          </p:cNvSpPr>
          <p:nvPr/>
        </p:nvSpPr>
        <p:spPr>
          <a:xfrm>
            <a:off x="2630967" y="4411583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0" name="candidate-193">
            <a:extLst>
              <a:ext uri="{FF2B5EF4-FFF2-40B4-BE49-F238E27FC236}">
                <a16:creationId xmlns:a16="http://schemas.microsoft.com/office/drawing/2014/main" id="{2ABDD2DF-5D73-491A-AFF1-847B198812D3}"/>
              </a:ext>
            </a:extLst>
          </p:cNvPr>
          <p:cNvSpPr>
            <a:spLocks noGrp="1"/>
          </p:cNvSpPr>
          <p:nvPr/>
        </p:nvSpPr>
        <p:spPr>
          <a:xfrm>
            <a:off x="3013333" y="4063257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1" name="candidate-194">
            <a:extLst>
              <a:ext uri="{FF2B5EF4-FFF2-40B4-BE49-F238E27FC236}">
                <a16:creationId xmlns:a16="http://schemas.microsoft.com/office/drawing/2014/main" id="{25BDF6F7-4F20-4589-9CC9-D1363432FF94}"/>
              </a:ext>
            </a:extLst>
          </p:cNvPr>
          <p:cNvSpPr>
            <a:spLocks noGrp="1"/>
          </p:cNvSpPr>
          <p:nvPr/>
        </p:nvSpPr>
        <p:spPr>
          <a:xfrm>
            <a:off x="4393491" y="3560168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2" name="candidate-195">
            <a:extLst>
              <a:ext uri="{FF2B5EF4-FFF2-40B4-BE49-F238E27FC236}">
                <a16:creationId xmlns:a16="http://schemas.microsoft.com/office/drawing/2014/main" id="{002A0FE4-132E-4DFD-91FF-C6437BDBB936}"/>
              </a:ext>
            </a:extLst>
          </p:cNvPr>
          <p:cNvSpPr>
            <a:spLocks noGrp="1"/>
          </p:cNvSpPr>
          <p:nvPr/>
        </p:nvSpPr>
        <p:spPr>
          <a:xfrm>
            <a:off x="2655088" y="4407799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3" name="candidate-196">
            <a:extLst>
              <a:ext uri="{FF2B5EF4-FFF2-40B4-BE49-F238E27FC236}">
                <a16:creationId xmlns:a16="http://schemas.microsoft.com/office/drawing/2014/main" id="{C6685200-6B55-41FA-8498-FBEA80ED566B}"/>
              </a:ext>
            </a:extLst>
          </p:cNvPr>
          <p:cNvSpPr>
            <a:spLocks noGrp="1"/>
          </p:cNvSpPr>
          <p:nvPr/>
        </p:nvSpPr>
        <p:spPr>
          <a:xfrm>
            <a:off x="2344624" y="4409655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4" name="candidate-197">
            <a:extLst>
              <a:ext uri="{FF2B5EF4-FFF2-40B4-BE49-F238E27FC236}">
                <a16:creationId xmlns:a16="http://schemas.microsoft.com/office/drawing/2014/main" id="{AFB988F4-317F-4455-8980-4D82FFCF6B09}"/>
              </a:ext>
            </a:extLst>
          </p:cNvPr>
          <p:cNvSpPr>
            <a:spLocks noGrp="1"/>
          </p:cNvSpPr>
          <p:nvPr/>
        </p:nvSpPr>
        <p:spPr>
          <a:xfrm>
            <a:off x="4412285" y="3863418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5" name="candidate-198">
            <a:extLst>
              <a:ext uri="{FF2B5EF4-FFF2-40B4-BE49-F238E27FC236}">
                <a16:creationId xmlns:a16="http://schemas.microsoft.com/office/drawing/2014/main" id="{B8D52E95-253F-4141-931B-686D7C145C11}"/>
              </a:ext>
            </a:extLst>
          </p:cNvPr>
          <p:cNvSpPr>
            <a:spLocks noGrp="1"/>
          </p:cNvSpPr>
          <p:nvPr/>
        </p:nvSpPr>
        <p:spPr>
          <a:xfrm>
            <a:off x="2197358" y="4414107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6" name="candidate-199">
            <a:extLst>
              <a:ext uri="{FF2B5EF4-FFF2-40B4-BE49-F238E27FC236}">
                <a16:creationId xmlns:a16="http://schemas.microsoft.com/office/drawing/2014/main" id="{546F1A04-BED2-4D8E-90E1-803F3FCD6EF6}"/>
              </a:ext>
            </a:extLst>
          </p:cNvPr>
          <p:cNvSpPr>
            <a:spLocks noGrp="1"/>
          </p:cNvSpPr>
          <p:nvPr/>
        </p:nvSpPr>
        <p:spPr>
          <a:xfrm>
            <a:off x="4361379" y="3868555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7" name="candidate-200">
            <a:extLst>
              <a:ext uri="{FF2B5EF4-FFF2-40B4-BE49-F238E27FC236}">
                <a16:creationId xmlns:a16="http://schemas.microsoft.com/office/drawing/2014/main" id="{EC3EA007-FCCB-4E55-A859-372C3611BE19}"/>
              </a:ext>
            </a:extLst>
          </p:cNvPr>
          <p:cNvSpPr>
            <a:spLocks noGrp="1"/>
          </p:cNvSpPr>
          <p:nvPr/>
        </p:nvSpPr>
        <p:spPr>
          <a:xfrm>
            <a:off x="2535926" y="4396663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8" name="candidate-201">
            <a:extLst>
              <a:ext uri="{FF2B5EF4-FFF2-40B4-BE49-F238E27FC236}">
                <a16:creationId xmlns:a16="http://schemas.microsoft.com/office/drawing/2014/main" id="{EF2FC7A6-F7D2-4688-B302-CB438A767CA8}"/>
              </a:ext>
            </a:extLst>
          </p:cNvPr>
          <p:cNvSpPr>
            <a:spLocks noGrp="1"/>
          </p:cNvSpPr>
          <p:nvPr/>
        </p:nvSpPr>
        <p:spPr>
          <a:xfrm>
            <a:off x="2334593" y="3910675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9" name="candidate-202">
            <a:extLst>
              <a:ext uri="{FF2B5EF4-FFF2-40B4-BE49-F238E27FC236}">
                <a16:creationId xmlns:a16="http://schemas.microsoft.com/office/drawing/2014/main" id="{11B3F48C-E419-4A58-A544-A002AC42DD1C}"/>
              </a:ext>
            </a:extLst>
          </p:cNvPr>
          <p:cNvSpPr>
            <a:spLocks noGrp="1"/>
          </p:cNvSpPr>
          <p:nvPr/>
        </p:nvSpPr>
        <p:spPr>
          <a:xfrm>
            <a:off x="4493597" y="3911174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0" name="candidate-203">
            <a:extLst>
              <a:ext uri="{FF2B5EF4-FFF2-40B4-BE49-F238E27FC236}">
                <a16:creationId xmlns:a16="http://schemas.microsoft.com/office/drawing/2014/main" id="{487347C6-B75D-4317-A2E3-6D78D58F3604}"/>
              </a:ext>
            </a:extLst>
          </p:cNvPr>
          <p:cNvSpPr>
            <a:spLocks noGrp="1"/>
          </p:cNvSpPr>
          <p:nvPr/>
        </p:nvSpPr>
        <p:spPr>
          <a:xfrm>
            <a:off x="2627482" y="4186089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1" name="candidate-204">
            <a:extLst>
              <a:ext uri="{FF2B5EF4-FFF2-40B4-BE49-F238E27FC236}">
                <a16:creationId xmlns:a16="http://schemas.microsoft.com/office/drawing/2014/main" id="{A912CEEF-B9F8-4234-89F4-0F9F6A17A943}"/>
              </a:ext>
            </a:extLst>
          </p:cNvPr>
          <p:cNvSpPr>
            <a:spLocks noGrp="1"/>
          </p:cNvSpPr>
          <p:nvPr/>
        </p:nvSpPr>
        <p:spPr>
          <a:xfrm>
            <a:off x="4460265" y="3883794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2" name="candidate-205">
            <a:extLst>
              <a:ext uri="{FF2B5EF4-FFF2-40B4-BE49-F238E27FC236}">
                <a16:creationId xmlns:a16="http://schemas.microsoft.com/office/drawing/2014/main" id="{7E019AD0-6974-49A5-B857-85F6B4835AFF}"/>
              </a:ext>
            </a:extLst>
          </p:cNvPr>
          <p:cNvSpPr>
            <a:spLocks noGrp="1"/>
          </p:cNvSpPr>
          <p:nvPr/>
        </p:nvSpPr>
        <p:spPr>
          <a:xfrm>
            <a:off x="2637202" y="4388927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3" name="candidate-206">
            <a:extLst>
              <a:ext uri="{FF2B5EF4-FFF2-40B4-BE49-F238E27FC236}">
                <a16:creationId xmlns:a16="http://schemas.microsoft.com/office/drawing/2014/main" id="{7DAABF20-0AF3-466B-8B69-2182A6DD27E6}"/>
              </a:ext>
            </a:extLst>
          </p:cNvPr>
          <p:cNvSpPr>
            <a:spLocks noGrp="1"/>
          </p:cNvSpPr>
          <p:nvPr/>
        </p:nvSpPr>
        <p:spPr>
          <a:xfrm>
            <a:off x="2327722" y="4411442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4" name="candidate-207">
            <a:extLst>
              <a:ext uri="{FF2B5EF4-FFF2-40B4-BE49-F238E27FC236}">
                <a16:creationId xmlns:a16="http://schemas.microsoft.com/office/drawing/2014/main" id="{828B0A18-ED5C-48B0-A4C9-E9E78F17A9C8}"/>
              </a:ext>
            </a:extLst>
          </p:cNvPr>
          <p:cNvSpPr>
            <a:spLocks noGrp="1"/>
          </p:cNvSpPr>
          <p:nvPr/>
        </p:nvSpPr>
        <p:spPr>
          <a:xfrm>
            <a:off x="2383046" y="4414851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5" name="candidate-208">
            <a:extLst>
              <a:ext uri="{FF2B5EF4-FFF2-40B4-BE49-F238E27FC236}">
                <a16:creationId xmlns:a16="http://schemas.microsoft.com/office/drawing/2014/main" id="{649F19DA-B7AE-4481-9056-2BB9A76C03D1}"/>
              </a:ext>
            </a:extLst>
          </p:cNvPr>
          <p:cNvSpPr>
            <a:spLocks noGrp="1"/>
          </p:cNvSpPr>
          <p:nvPr/>
        </p:nvSpPr>
        <p:spPr>
          <a:xfrm>
            <a:off x="4371622" y="3833269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6" name="candidate-209">
            <a:extLst>
              <a:ext uri="{FF2B5EF4-FFF2-40B4-BE49-F238E27FC236}">
                <a16:creationId xmlns:a16="http://schemas.microsoft.com/office/drawing/2014/main" id="{9AC48498-9826-477F-9BD3-1934AC6B34D0}"/>
              </a:ext>
            </a:extLst>
          </p:cNvPr>
          <p:cNvSpPr>
            <a:spLocks noGrp="1"/>
          </p:cNvSpPr>
          <p:nvPr/>
        </p:nvSpPr>
        <p:spPr>
          <a:xfrm>
            <a:off x="2606522" y="4368346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7" name="candidate-210">
            <a:extLst>
              <a:ext uri="{FF2B5EF4-FFF2-40B4-BE49-F238E27FC236}">
                <a16:creationId xmlns:a16="http://schemas.microsoft.com/office/drawing/2014/main" id="{3D1DDF12-69E0-4DA1-BF94-5163AADD8042}"/>
              </a:ext>
            </a:extLst>
          </p:cNvPr>
          <p:cNvSpPr>
            <a:spLocks noGrp="1"/>
          </p:cNvSpPr>
          <p:nvPr/>
        </p:nvSpPr>
        <p:spPr>
          <a:xfrm>
            <a:off x="3846184" y="4106451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8" name="candidate-211">
            <a:extLst>
              <a:ext uri="{FF2B5EF4-FFF2-40B4-BE49-F238E27FC236}">
                <a16:creationId xmlns:a16="http://schemas.microsoft.com/office/drawing/2014/main" id="{06812B66-C431-4F60-9174-4F5F8CE9709E}"/>
              </a:ext>
            </a:extLst>
          </p:cNvPr>
          <p:cNvSpPr>
            <a:spLocks noGrp="1"/>
          </p:cNvSpPr>
          <p:nvPr/>
        </p:nvSpPr>
        <p:spPr>
          <a:xfrm>
            <a:off x="2944293" y="4349678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9" name="candidate-212">
            <a:extLst>
              <a:ext uri="{FF2B5EF4-FFF2-40B4-BE49-F238E27FC236}">
                <a16:creationId xmlns:a16="http://schemas.microsoft.com/office/drawing/2014/main" id="{49278CD2-D502-4A3F-94BB-72DFF79C3921}"/>
              </a:ext>
            </a:extLst>
          </p:cNvPr>
          <p:cNvSpPr>
            <a:spLocks noGrp="1"/>
          </p:cNvSpPr>
          <p:nvPr/>
        </p:nvSpPr>
        <p:spPr>
          <a:xfrm>
            <a:off x="4268640" y="4348460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0" name="candidate-213">
            <a:extLst>
              <a:ext uri="{FF2B5EF4-FFF2-40B4-BE49-F238E27FC236}">
                <a16:creationId xmlns:a16="http://schemas.microsoft.com/office/drawing/2014/main" id="{64936EC5-A97B-4F68-B4FB-5A1D87EF8BE6}"/>
              </a:ext>
            </a:extLst>
          </p:cNvPr>
          <p:cNvSpPr>
            <a:spLocks noGrp="1"/>
          </p:cNvSpPr>
          <p:nvPr/>
        </p:nvSpPr>
        <p:spPr>
          <a:xfrm>
            <a:off x="3841579" y="4154225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1" name="candidate-214">
            <a:extLst>
              <a:ext uri="{FF2B5EF4-FFF2-40B4-BE49-F238E27FC236}">
                <a16:creationId xmlns:a16="http://schemas.microsoft.com/office/drawing/2014/main" id="{ABF3F5FD-65F3-404B-8B3C-5593EDA9E7A0}"/>
              </a:ext>
            </a:extLst>
          </p:cNvPr>
          <p:cNvSpPr>
            <a:spLocks noGrp="1"/>
          </p:cNvSpPr>
          <p:nvPr/>
        </p:nvSpPr>
        <p:spPr>
          <a:xfrm>
            <a:off x="4358292" y="3897967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2" name="candidate-215">
            <a:extLst>
              <a:ext uri="{FF2B5EF4-FFF2-40B4-BE49-F238E27FC236}">
                <a16:creationId xmlns:a16="http://schemas.microsoft.com/office/drawing/2014/main" id="{E892A93C-9383-4412-A812-DA34C1440C74}"/>
              </a:ext>
            </a:extLst>
          </p:cNvPr>
          <p:cNvSpPr>
            <a:spLocks noGrp="1"/>
          </p:cNvSpPr>
          <p:nvPr/>
        </p:nvSpPr>
        <p:spPr>
          <a:xfrm>
            <a:off x="3819450" y="4117149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3" name="candidate-216">
            <a:extLst>
              <a:ext uri="{FF2B5EF4-FFF2-40B4-BE49-F238E27FC236}">
                <a16:creationId xmlns:a16="http://schemas.microsoft.com/office/drawing/2014/main" id="{DC4AB5EA-8A6C-4C2E-8495-09FA0B772957}"/>
              </a:ext>
            </a:extLst>
          </p:cNvPr>
          <p:cNvSpPr>
            <a:spLocks noGrp="1"/>
          </p:cNvSpPr>
          <p:nvPr/>
        </p:nvSpPr>
        <p:spPr>
          <a:xfrm>
            <a:off x="4554435" y="3966979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4" name="candidate-217">
            <a:extLst>
              <a:ext uri="{FF2B5EF4-FFF2-40B4-BE49-F238E27FC236}">
                <a16:creationId xmlns:a16="http://schemas.microsoft.com/office/drawing/2014/main" id="{0DCDD090-B77C-4470-9311-7D3FF9E89D2D}"/>
              </a:ext>
            </a:extLst>
          </p:cNvPr>
          <p:cNvSpPr>
            <a:spLocks noGrp="1"/>
          </p:cNvSpPr>
          <p:nvPr/>
        </p:nvSpPr>
        <p:spPr>
          <a:xfrm>
            <a:off x="3971918" y="4130736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5" name="candidate-218">
            <a:extLst>
              <a:ext uri="{FF2B5EF4-FFF2-40B4-BE49-F238E27FC236}">
                <a16:creationId xmlns:a16="http://schemas.microsoft.com/office/drawing/2014/main" id="{96A79F3A-B9E6-4ECD-9305-207D5924D46D}"/>
              </a:ext>
            </a:extLst>
          </p:cNvPr>
          <p:cNvSpPr>
            <a:spLocks noGrp="1"/>
          </p:cNvSpPr>
          <p:nvPr/>
        </p:nvSpPr>
        <p:spPr>
          <a:xfrm>
            <a:off x="2475760" y="4418865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6" name="candidate-219">
            <a:extLst>
              <a:ext uri="{FF2B5EF4-FFF2-40B4-BE49-F238E27FC236}">
                <a16:creationId xmlns:a16="http://schemas.microsoft.com/office/drawing/2014/main" id="{5AB24252-8872-4B21-87F6-F051C99E84C7}"/>
              </a:ext>
            </a:extLst>
          </p:cNvPr>
          <p:cNvSpPr>
            <a:spLocks noGrp="1"/>
          </p:cNvSpPr>
          <p:nvPr/>
        </p:nvSpPr>
        <p:spPr>
          <a:xfrm>
            <a:off x="4472612" y="4013573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7" name="candidate-220">
            <a:extLst>
              <a:ext uri="{FF2B5EF4-FFF2-40B4-BE49-F238E27FC236}">
                <a16:creationId xmlns:a16="http://schemas.microsoft.com/office/drawing/2014/main" id="{C93F319D-D2DD-490A-8F6B-40E779A8B1F3}"/>
              </a:ext>
            </a:extLst>
          </p:cNvPr>
          <p:cNvSpPr>
            <a:spLocks noGrp="1"/>
          </p:cNvSpPr>
          <p:nvPr/>
        </p:nvSpPr>
        <p:spPr>
          <a:xfrm>
            <a:off x="3512845" y="4257659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8" name="candidate-221">
            <a:extLst>
              <a:ext uri="{FF2B5EF4-FFF2-40B4-BE49-F238E27FC236}">
                <a16:creationId xmlns:a16="http://schemas.microsoft.com/office/drawing/2014/main" id="{004BDFD8-F894-4C59-B010-6B8511442768}"/>
              </a:ext>
            </a:extLst>
          </p:cNvPr>
          <p:cNvSpPr>
            <a:spLocks noGrp="1"/>
          </p:cNvSpPr>
          <p:nvPr/>
        </p:nvSpPr>
        <p:spPr>
          <a:xfrm>
            <a:off x="2327143" y="4392699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9" name="candidate-222">
            <a:extLst>
              <a:ext uri="{FF2B5EF4-FFF2-40B4-BE49-F238E27FC236}">
                <a16:creationId xmlns:a16="http://schemas.microsoft.com/office/drawing/2014/main" id="{2B85AE9F-B3DC-4100-8631-165687941A6C}"/>
              </a:ext>
            </a:extLst>
          </p:cNvPr>
          <p:cNvSpPr>
            <a:spLocks noGrp="1"/>
          </p:cNvSpPr>
          <p:nvPr/>
        </p:nvSpPr>
        <p:spPr>
          <a:xfrm>
            <a:off x="2847509" y="4407517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0" name="candidate-223">
            <a:extLst>
              <a:ext uri="{FF2B5EF4-FFF2-40B4-BE49-F238E27FC236}">
                <a16:creationId xmlns:a16="http://schemas.microsoft.com/office/drawing/2014/main" id="{19B079E6-D278-4D68-80CA-3911C022F142}"/>
              </a:ext>
            </a:extLst>
          </p:cNvPr>
          <p:cNvSpPr>
            <a:spLocks noGrp="1"/>
          </p:cNvSpPr>
          <p:nvPr/>
        </p:nvSpPr>
        <p:spPr>
          <a:xfrm>
            <a:off x="4508894" y="3987139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1" name="candidate-224">
            <a:extLst>
              <a:ext uri="{FF2B5EF4-FFF2-40B4-BE49-F238E27FC236}">
                <a16:creationId xmlns:a16="http://schemas.microsoft.com/office/drawing/2014/main" id="{13BFFE9B-850D-459D-84A2-B98CE9059F9F}"/>
              </a:ext>
            </a:extLst>
          </p:cNvPr>
          <p:cNvSpPr>
            <a:spLocks noGrp="1"/>
          </p:cNvSpPr>
          <p:nvPr/>
        </p:nvSpPr>
        <p:spPr>
          <a:xfrm>
            <a:off x="2533063" y="4298169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2" name="candidate-225">
            <a:extLst>
              <a:ext uri="{FF2B5EF4-FFF2-40B4-BE49-F238E27FC236}">
                <a16:creationId xmlns:a16="http://schemas.microsoft.com/office/drawing/2014/main" id="{C8A8F292-446B-465A-BC7A-366C8A90FF1B}"/>
              </a:ext>
            </a:extLst>
          </p:cNvPr>
          <p:cNvSpPr>
            <a:spLocks noGrp="1"/>
          </p:cNvSpPr>
          <p:nvPr/>
        </p:nvSpPr>
        <p:spPr>
          <a:xfrm>
            <a:off x="2819169" y="4406392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3" name="candidate-226">
            <a:extLst>
              <a:ext uri="{FF2B5EF4-FFF2-40B4-BE49-F238E27FC236}">
                <a16:creationId xmlns:a16="http://schemas.microsoft.com/office/drawing/2014/main" id="{BA87B55E-EC22-4840-98FE-1B258EF33AE9}"/>
              </a:ext>
            </a:extLst>
          </p:cNvPr>
          <p:cNvSpPr>
            <a:spLocks noGrp="1"/>
          </p:cNvSpPr>
          <p:nvPr/>
        </p:nvSpPr>
        <p:spPr>
          <a:xfrm>
            <a:off x="4596803" y="4014686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4" name="candidate-227">
            <a:extLst>
              <a:ext uri="{FF2B5EF4-FFF2-40B4-BE49-F238E27FC236}">
                <a16:creationId xmlns:a16="http://schemas.microsoft.com/office/drawing/2014/main" id="{1DA35A95-75A8-4AB2-AFFC-C5C675EC1F80}"/>
              </a:ext>
            </a:extLst>
          </p:cNvPr>
          <p:cNvSpPr>
            <a:spLocks noGrp="1"/>
          </p:cNvSpPr>
          <p:nvPr/>
        </p:nvSpPr>
        <p:spPr>
          <a:xfrm>
            <a:off x="2403957" y="4416635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5" name="candidate-228">
            <a:extLst>
              <a:ext uri="{FF2B5EF4-FFF2-40B4-BE49-F238E27FC236}">
                <a16:creationId xmlns:a16="http://schemas.microsoft.com/office/drawing/2014/main" id="{A64CBE4E-99AF-44EB-83EF-86B921961266}"/>
              </a:ext>
            </a:extLst>
          </p:cNvPr>
          <p:cNvSpPr>
            <a:spLocks noGrp="1"/>
          </p:cNvSpPr>
          <p:nvPr/>
        </p:nvSpPr>
        <p:spPr>
          <a:xfrm>
            <a:off x="3123521" y="4350438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6" name="candidate-229">
            <a:extLst>
              <a:ext uri="{FF2B5EF4-FFF2-40B4-BE49-F238E27FC236}">
                <a16:creationId xmlns:a16="http://schemas.microsoft.com/office/drawing/2014/main" id="{59BC7E96-48B0-4C9C-AACE-2F9503E7D4FE}"/>
              </a:ext>
            </a:extLst>
          </p:cNvPr>
          <p:cNvSpPr>
            <a:spLocks noGrp="1"/>
          </p:cNvSpPr>
          <p:nvPr/>
        </p:nvSpPr>
        <p:spPr>
          <a:xfrm>
            <a:off x="3109705" y="4423234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7" name="candidate-230">
            <a:extLst>
              <a:ext uri="{FF2B5EF4-FFF2-40B4-BE49-F238E27FC236}">
                <a16:creationId xmlns:a16="http://schemas.microsoft.com/office/drawing/2014/main" id="{7BA0F9C9-2A56-40ED-89BA-FEEA84C70D08}"/>
              </a:ext>
            </a:extLst>
          </p:cNvPr>
          <p:cNvSpPr>
            <a:spLocks noGrp="1"/>
          </p:cNvSpPr>
          <p:nvPr/>
        </p:nvSpPr>
        <p:spPr>
          <a:xfrm>
            <a:off x="4587941" y="3972898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8" name="candidate-231">
            <a:extLst>
              <a:ext uri="{FF2B5EF4-FFF2-40B4-BE49-F238E27FC236}">
                <a16:creationId xmlns:a16="http://schemas.microsoft.com/office/drawing/2014/main" id="{1AA08863-9BA9-4CFC-827E-E0870CD9A1F9}"/>
              </a:ext>
            </a:extLst>
          </p:cNvPr>
          <p:cNvSpPr>
            <a:spLocks noGrp="1"/>
          </p:cNvSpPr>
          <p:nvPr/>
        </p:nvSpPr>
        <p:spPr>
          <a:xfrm>
            <a:off x="2389908" y="4409804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9" name="candidate-232">
            <a:extLst>
              <a:ext uri="{FF2B5EF4-FFF2-40B4-BE49-F238E27FC236}">
                <a16:creationId xmlns:a16="http://schemas.microsoft.com/office/drawing/2014/main" id="{F8EA4A50-8EF6-47A8-9AED-E1BBA6FD4C67}"/>
              </a:ext>
            </a:extLst>
          </p:cNvPr>
          <p:cNvSpPr>
            <a:spLocks noGrp="1"/>
          </p:cNvSpPr>
          <p:nvPr/>
        </p:nvSpPr>
        <p:spPr>
          <a:xfrm>
            <a:off x="2372143" y="4418937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0" name="candidate-233">
            <a:extLst>
              <a:ext uri="{FF2B5EF4-FFF2-40B4-BE49-F238E27FC236}">
                <a16:creationId xmlns:a16="http://schemas.microsoft.com/office/drawing/2014/main" id="{606AE762-0EC3-47CF-B141-C54DA583BB54}"/>
              </a:ext>
            </a:extLst>
          </p:cNvPr>
          <p:cNvSpPr>
            <a:spLocks noGrp="1"/>
          </p:cNvSpPr>
          <p:nvPr/>
        </p:nvSpPr>
        <p:spPr>
          <a:xfrm>
            <a:off x="4468405" y="4214502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1" name="candidate-234">
            <a:extLst>
              <a:ext uri="{FF2B5EF4-FFF2-40B4-BE49-F238E27FC236}">
                <a16:creationId xmlns:a16="http://schemas.microsoft.com/office/drawing/2014/main" id="{66FF1F2F-2DC9-482F-98DA-669A42D49D61}"/>
              </a:ext>
            </a:extLst>
          </p:cNvPr>
          <p:cNvSpPr>
            <a:spLocks noGrp="1"/>
          </p:cNvSpPr>
          <p:nvPr/>
        </p:nvSpPr>
        <p:spPr>
          <a:xfrm>
            <a:off x="3140100" y="4430541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2" name="candidate-235">
            <a:extLst>
              <a:ext uri="{FF2B5EF4-FFF2-40B4-BE49-F238E27FC236}">
                <a16:creationId xmlns:a16="http://schemas.microsoft.com/office/drawing/2014/main" id="{837E8F5F-D548-4100-B066-DF5AA9DBD156}"/>
              </a:ext>
            </a:extLst>
          </p:cNvPr>
          <p:cNvSpPr>
            <a:spLocks noGrp="1"/>
          </p:cNvSpPr>
          <p:nvPr/>
        </p:nvSpPr>
        <p:spPr>
          <a:xfrm>
            <a:off x="3218661" y="4419547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3" name="candidate-236">
            <a:extLst>
              <a:ext uri="{FF2B5EF4-FFF2-40B4-BE49-F238E27FC236}">
                <a16:creationId xmlns:a16="http://schemas.microsoft.com/office/drawing/2014/main" id="{C4B0E1BE-33CD-4FDC-89FF-9F1AA8F6C4AE}"/>
              </a:ext>
            </a:extLst>
          </p:cNvPr>
          <p:cNvSpPr>
            <a:spLocks noGrp="1"/>
          </p:cNvSpPr>
          <p:nvPr/>
        </p:nvSpPr>
        <p:spPr>
          <a:xfrm>
            <a:off x="3051456" y="4512172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4" name="candidate-237">
            <a:extLst>
              <a:ext uri="{FF2B5EF4-FFF2-40B4-BE49-F238E27FC236}">
                <a16:creationId xmlns:a16="http://schemas.microsoft.com/office/drawing/2014/main" id="{EF2F5F5A-699A-4602-8695-EACFDA9DA929}"/>
              </a:ext>
            </a:extLst>
          </p:cNvPr>
          <p:cNvSpPr>
            <a:spLocks noGrp="1"/>
          </p:cNvSpPr>
          <p:nvPr/>
        </p:nvSpPr>
        <p:spPr>
          <a:xfrm>
            <a:off x="4559364" y="4079939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5" name="candidate-238">
            <a:extLst>
              <a:ext uri="{FF2B5EF4-FFF2-40B4-BE49-F238E27FC236}">
                <a16:creationId xmlns:a16="http://schemas.microsoft.com/office/drawing/2014/main" id="{914C1148-09A3-4572-B739-36C47982AEE1}"/>
              </a:ext>
            </a:extLst>
          </p:cNvPr>
          <p:cNvSpPr>
            <a:spLocks noGrp="1"/>
          </p:cNvSpPr>
          <p:nvPr/>
        </p:nvSpPr>
        <p:spPr>
          <a:xfrm>
            <a:off x="2369916" y="4421845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6" name="candidate-239">
            <a:extLst>
              <a:ext uri="{FF2B5EF4-FFF2-40B4-BE49-F238E27FC236}">
                <a16:creationId xmlns:a16="http://schemas.microsoft.com/office/drawing/2014/main" id="{1ABB969F-8C38-475D-999C-B9AF1653E5F1}"/>
              </a:ext>
            </a:extLst>
          </p:cNvPr>
          <p:cNvSpPr>
            <a:spLocks noGrp="1"/>
          </p:cNvSpPr>
          <p:nvPr/>
        </p:nvSpPr>
        <p:spPr>
          <a:xfrm>
            <a:off x="2708806" y="4386368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7" name="candidate-240">
            <a:extLst>
              <a:ext uri="{FF2B5EF4-FFF2-40B4-BE49-F238E27FC236}">
                <a16:creationId xmlns:a16="http://schemas.microsoft.com/office/drawing/2014/main" id="{C929A418-FB4B-45A1-85D8-3AA5709BBCAD}"/>
              </a:ext>
            </a:extLst>
          </p:cNvPr>
          <p:cNvSpPr>
            <a:spLocks noGrp="1"/>
          </p:cNvSpPr>
          <p:nvPr/>
        </p:nvSpPr>
        <p:spPr>
          <a:xfrm>
            <a:off x="3145775" y="4387784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8" name="candidate-241">
            <a:extLst>
              <a:ext uri="{FF2B5EF4-FFF2-40B4-BE49-F238E27FC236}">
                <a16:creationId xmlns:a16="http://schemas.microsoft.com/office/drawing/2014/main" id="{E75C972C-8844-4107-A21B-D40F553A8C45}"/>
              </a:ext>
            </a:extLst>
          </p:cNvPr>
          <p:cNvSpPr>
            <a:spLocks noGrp="1"/>
          </p:cNvSpPr>
          <p:nvPr/>
        </p:nvSpPr>
        <p:spPr>
          <a:xfrm>
            <a:off x="3653066" y="4200249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9" name="candidate-242">
            <a:extLst>
              <a:ext uri="{FF2B5EF4-FFF2-40B4-BE49-F238E27FC236}">
                <a16:creationId xmlns:a16="http://schemas.microsoft.com/office/drawing/2014/main" id="{290D3650-26AF-4B92-BCF2-27E60140296E}"/>
              </a:ext>
            </a:extLst>
          </p:cNvPr>
          <p:cNvSpPr>
            <a:spLocks noGrp="1"/>
          </p:cNvSpPr>
          <p:nvPr/>
        </p:nvSpPr>
        <p:spPr>
          <a:xfrm>
            <a:off x="4905175" y="4018421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0" name="candidate-243">
            <a:extLst>
              <a:ext uri="{FF2B5EF4-FFF2-40B4-BE49-F238E27FC236}">
                <a16:creationId xmlns:a16="http://schemas.microsoft.com/office/drawing/2014/main" id="{1540AAA4-3FAC-4D6C-B257-2585A8982AB7}"/>
              </a:ext>
            </a:extLst>
          </p:cNvPr>
          <p:cNvSpPr>
            <a:spLocks noGrp="1"/>
          </p:cNvSpPr>
          <p:nvPr/>
        </p:nvSpPr>
        <p:spPr>
          <a:xfrm>
            <a:off x="2924092" y="3412155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1" name="candidate-244">
            <a:extLst>
              <a:ext uri="{FF2B5EF4-FFF2-40B4-BE49-F238E27FC236}">
                <a16:creationId xmlns:a16="http://schemas.microsoft.com/office/drawing/2014/main" id="{CE993403-C54A-4486-BE1D-B046E5142B66}"/>
              </a:ext>
            </a:extLst>
          </p:cNvPr>
          <p:cNvSpPr>
            <a:spLocks noGrp="1"/>
          </p:cNvSpPr>
          <p:nvPr/>
        </p:nvSpPr>
        <p:spPr>
          <a:xfrm>
            <a:off x="2360195" y="4418667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2" name="candidate-245">
            <a:extLst>
              <a:ext uri="{FF2B5EF4-FFF2-40B4-BE49-F238E27FC236}">
                <a16:creationId xmlns:a16="http://schemas.microsoft.com/office/drawing/2014/main" id="{3D1AFF2A-E1B9-4217-991F-FEF29894787C}"/>
              </a:ext>
            </a:extLst>
          </p:cNvPr>
          <p:cNvSpPr>
            <a:spLocks noGrp="1"/>
          </p:cNvSpPr>
          <p:nvPr/>
        </p:nvSpPr>
        <p:spPr>
          <a:xfrm>
            <a:off x="3666135" y="4332745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3" name="candidate-246">
            <a:extLst>
              <a:ext uri="{FF2B5EF4-FFF2-40B4-BE49-F238E27FC236}">
                <a16:creationId xmlns:a16="http://schemas.microsoft.com/office/drawing/2014/main" id="{EBFCF2AF-6BFD-4002-BF87-A6289F1D5D5C}"/>
              </a:ext>
            </a:extLst>
          </p:cNvPr>
          <p:cNvSpPr>
            <a:spLocks noGrp="1"/>
          </p:cNvSpPr>
          <p:nvPr/>
        </p:nvSpPr>
        <p:spPr>
          <a:xfrm>
            <a:off x="2513908" y="4409701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4" name="candidate-247">
            <a:extLst>
              <a:ext uri="{FF2B5EF4-FFF2-40B4-BE49-F238E27FC236}">
                <a16:creationId xmlns:a16="http://schemas.microsoft.com/office/drawing/2014/main" id="{D44F2A62-C094-47D5-83AA-A01D3BA3A5D8}"/>
              </a:ext>
            </a:extLst>
          </p:cNvPr>
          <p:cNvSpPr>
            <a:spLocks noGrp="1"/>
          </p:cNvSpPr>
          <p:nvPr/>
        </p:nvSpPr>
        <p:spPr>
          <a:xfrm>
            <a:off x="3005852" y="4409035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5" name="candidate-248">
            <a:extLst>
              <a:ext uri="{FF2B5EF4-FFF2-40B4-BE49-F238E27FC236}">
                <a16:creationId xmlns:a16="http://schemas.microsoft.com/office/drawing/2014/main" id="{14B0015A-D9F5-44DB-9B00-7D02BC6CE026}"/>
              </a:ext>
            </a:extLst>
          </p:cNvPr>
          <p:cNvSpPr>
            <a:spLocks noGrp="1"/>
          </p:cNvSpPr>
          <p:nvPr/>
        </p:nvSpPr>
        <p:spPr>
          <a:xfrm>
            <a:off x="3129943" y="4405484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6" name="candidate-249">
            <a:extLst>
              <a:ext uri="{FF2B5EF4-FFF2-40B4-BE49-F238E27FC236}">
                <a16:creationId xmlns:a16="http://schemas.microsoft.com/office/drawing/2014/main" id="{2DF2D1C0-ADD9-4500-BFE7-CF71CBF8B6FD}"/>
              </a:ext>
            </a:extLst>
          </p:cNvPr>
          <p:cNvSpPr>
            <a:spLocks noGrp="1"/>
          </p:cNvSpPr>
          <p:nvPr/>
        </p:nvSpPr>
        <p:spPr>
          <a:xfrm>
            <a:off x="4538080" y="4068633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7" name="candidate-250">
            <a:extLst>
              <a:ext uri="{FF2B5EF4-FFF2-40B4-BE49-F238E27FC236}">
                <a16:creationId xmlns:a16="http://schemas.microsoft.com/office/drawing/2014/main" id="{F3025E89-FE9B-4313-B6B8-68F55EE76269}"/>
              </a:ext>
            </a:extLst>
          </p:cNvPr>
          <p:cNvSpPr>
            <a:spLocks noGrp="1"/>
          </p:cNvSpPr>
          <p:nvPr/>
        </p:nvSpPr>
        <p:spPr>
          <a:xfrm>
            <a:off x="3750422" y="4248598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8" name="candidate-251">
            <a:extLst>
              <a:ext uri="{FF2B5EF4-FFF2-40B4-BE49-F238E27FC236}">
                <a16:creationId xmlns:a16="http://schemas.microsoft.com/office/drawing/2014/main" id="{2B12F4F9-2F9C-4C18-AFB7-642173E71D25}"/>
              </a:ext>
            </a:extLst>
          </p:cNvPr>
          <p:cNvSpPr>
            <a:spLocks noGrp="1"/>
          </p:cNvSpPr>
          <p:nvPr/>
        </p:nvSpPr>
        <p:spPr>
          <a:xfrm>
            <a:off x="2525869" y="4421290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9" name="candidate-252">
            <a:extLst>
              <a:ext uri="{FF2B5EF4-FFF2-40B4-BE49-F238E27FC236}">
                <a16:creationId xmlns:a16="http://schemas.microsoft.com/office/drawing/2014/main" id="{30118F7E-2DD0-4C17-B601-03A6DC3793BF}"/>
              </a:ext>
            </a:extLst>
          </p:cNvPr>
          <p:cNvSpPr>
            <a:spLocks noGrp="1"/>
          </p:cNvSpPr>
          <p:nvPr/>
        </p:nvSpPr>
        <p:spPr>
          <a:xfrm>
            <a:off x="4855713" y="3990669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0" name="candidate-253">
            <a:extLst>
              <a:ext uri="{FF2B5EF4-FFF2-40B4-BE49-F238E27FC236}">
                <a16:creationId xmlns:a16="http://schemas.microsoft.com/office/drawing/2014/main" id="{232B132A-F590-4023-A5DC-E28ADD143410}"/>
              </a:ext>
            </a:extLst>
          </p:cNvPr>
          <p:cNvSpPr>
            <a:spLocks noGrp="1"/>
          </p:cNvSpPr>
          <p:nvPr/>
        </p:nvSpPr>
        <p:spPr>
          <a:xfrm>
            <a:off x="2473146" y="4421807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1" name="candidate-254">
            <a:extLst>
              <a:ext uri="{FF2B5EF4-FFF2-40B4-BE49-F238E27FC236}">
                <a16:creationId xmlns:a16="http://schemas.microsoft.com/office/drawing/2014/main" id="{3D9EB78A-992C-4BC8-8D3A-CB59545A0A38}"/>
              </a:ext>
            </a:extLst>
          </p:cNvPr>
          <p:cNvSpPr>
            <a:spLocks noGrp="1"/>
          </p:cNvSpPr>
          <p:nvPr/>
        </p:nvSpPr>
        <p:spPr>
          <a:xfrm>
            <a:off x="3587125" y="4195202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2" name="candidate-255">
            <a:extLst>
              <a:ext uri="{FF2B5EF4-FFF2-40B4-BE49-F238E27FC236}">
                <a16:creationId xmlns:a16="http://schemas.microsoft.com/office/drawing/2014/main" id="{59577504-14E1-4AFD-929D-9067BAE8D8F4}"/>
              </a:ext>
            </a:extLst>
          </p:cNvPr>
          <p:cNvSpPr>
            <a:spLocks noGrp="1"/>
          </p:cNvSpPr>
          <p:nvPr/>
        </p:nvSpPr>
        <p:spPr>
          <a:xfrm>
            <a:off x="4921828" y="3982445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3" name="candidate-256">
            <a:extLst>
              <a:ext uri="{FF2B5EF4-FFF2-40B4-BE49-F238E27FC236}">
                <a16:creationId xmlns:a16="http://schemas.microsoft.com/office/drawing/2014/main" id="{0073DFD1-DD29-46B8-91D1-D648DD9C9A22}"/>
              </a:ext>
            </a:extLst>
          </p:cNvPr>
          <p:cNvSpPr>
            <a:spLocks noGrp="1"/>
          </p:cNvSpPr>
          <p:nvPr/>
        </p:nvSpPr>
        <p:spPr>
          <a:xfrm>
            <a:off x="2480726" y="4424244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4" name="candidate-257">
            <a:extLst>
              <a:ext uri="{FF2B5EF4-FFF2-40B4-BE49-F238E27FC236}">
                <a16:creationId xmlns:a16="http://schemas.microsoft.com/office/drawing/2014/main" id="{1AC23FA0-3D43-4132-AD0B-C5A81B968696}"/>
              </a:ext>
            </a:extLst>
          </p:cNvPr>
          <p:cNvSpPr>
            <a:spLocks noGrp="1"/>
          </p:cNvSpPr>
          <p:nvPr/>
        </p:nvSpPr>
        <p:spPr>
          <a:xfrm>
            <a:off x="4941493" y="3961966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5" name="candidate-258">
            <a:extLst>
              <a:ext uri="{FF2B5EF4-FFF2-40B4-BE49-F238E27FC236}">
                <a16:creationId xmlns:a16="http://schemas.microsoft.com/office/drawing/2014/main" id="{EB5547C6-DA38-4B45-9961-70FAAFA629BF}"/>
              </a:ext>
            </a:extLst>
          </p:cNvPr>
          <p:cNvSpPr>
            <a:spLocks noGrp="1"/>
          </p:cNvSpPr>
          <p:nvPr/>
        </p:nvSpPr>
        <p:spPr>
          <a:xfrm>
            <a:off x="2520268" y="4423176"/>
            <a:ext cx="57150" cy="5715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6" name="candidate-259">
            <a:extLst>
              <a:ext uri="{FF2B5EF4-FFF2-40B4-BE49-F238E27FC236}">
                <a16:creationId xmlns:a16="http://schemas.microsoft.com/office/drawing/2014/main" id="{8C8FC9F8-2CFC-45B3-A15C-AF3182CEA1C2}"/>
              </a:ext>
            </a:extLst>
          </p:cNvPr>
          <p:cNvSpPr>
            <a:spLocks noGrp="1"/>
          </p:cNvSpPr>
          <p:nvPr/>
        </p:nvSpPr>
        <p:spPr>
          <a:xfrm>
            <a:off x="3322315" y="4309884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7" name="candidate-260">
            <a:extLst>
              <a:ext uri="{FF2B5EF4-FFF2-40B4-BE49-F238E27FC236}">
                <a16:creationId xmlns:a16="http://schemas.microsoft.com/office/drawing/2014/main" id="{A72231E0-B5EB-44FE-B205-98798E63C2E1}"/>
              </a:ext>
            </a:extLst>
          </p:cNvPr>
          <p:cNvSpPr>
            <a:spLocks noGrp="1"/>
          </p:cNvSpPr>
          <p:nvPr/>
        </p:nvSpPr>
        <p:spPr>
          <a:xfrm>
            <a:off x="3606740" y="4247415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8" name="candidate-261">
            <a:extLst>
              <a:ext uri="{FF2B5EF4-FFF2-40B4-BE49-F238E27FC236}">
                <a16:creationId xmlns:a16="http://schemas.microsoft.com/office/drawing/2014/main" id="{13EEFEE1-0620-48AD-ADF7-30CC96EB103E}"/>
              </a:ext>
            </a:extLst>
          </p:cNvPr>
          <p:cNvSpPr>
            <a:spLocks noGrp="1"/>
          </p:cNvSpPr>
          <p:nvPr/>
        </p:nvSpPr>
        <p:spPr>
          <a:xfrm>
            <a:off x="3861643" y="3912927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9" name="candidate-262">
            <a:extLst>
              <a:ext uri="{FF2B5EF4-FFF2-40B4-BE49-F238E27FC236}">
                <a16:creationId xmlns:a16="http://schemas.microsoft.com/office/drawing/2014/main" id="{4086A1AF-874D-487B-B88F-A726C5EC7D90}"/>
              </a:ext>
            </a:extLst>
          </p:cNvPr>
          <p:cNvSpPr>
            <a:spLocks noGrp="1"/>
          </p:cNvSpPr>
          <p:nvPr/>
        </p:nvSpPr>
        <p:spPr>
          <a:xfrm>
            <a:off x="3023601" y="4335512"/>
            <a:ext cx="57150" cy="5715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0" name="scatter-x-axis">
            <a:extLst>
              <a:ext uri="{FF2B5EF4-FFF2-40B4-BE49-F238E27FC236}">
                <a16:creationId xmlns:a16="http://schemas.microsoft.com/office/drawing/2014/main" id="{4B42748A-C62F-40E0-AF25-EF2C59FA3D5B}"/>
              </a:ext>
            </a:extLst>
          </p:cNvPr>
          <p:cNvSpPr>
            <a:spLocks noGrp="1"/>
          </p:cNvSpPr>
          <p:nvPr/>
        </p:nvSpPr>
        <p:spPr>
          <a:xfrm>
            <a:off x="3143250" y="4991100"/>
            <a:ext cx="2333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ctr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Projected box height (m)</a:t>
            </a:r>
          </a:p>
        </p:txBody>
      </p:sp>
      <p:sp>
        <p:nvSpPr>
          <p:cNvPr id="281" name="real-key">
            <a:extLst>
              <a:ext uri="{FF2B5EF4-FFF2-40B4-BE49-F238E27FC236}">
                <a16:creationId xmlns:a16="http://schemas.microsoft.com/office/drawing/2014/main" id="{CC0C25A5-BAEB-4002-98D0-26011FFAE206}"/>
              </a:ext>
            </a:extLst>
          </p:cNvPr>
          <p:cNvSpPr>
            <a:spLocks noGrp="1"/>
          </p:cNvSpPr>
          <p:nvPr/>
        </p:nvSpPr>
        <p:spPr>
          <a:xfrm>
            <a:off x="2762250" y="5381625"/>
            <a:ext cx="76200" cy="76200"/>
          </a:xfrm>
          <a:prstGeom prst="ellipse">
            <a:avLst/>
          </a:prstGeom>
          <a:solidFill>
            <a:srgbClr val="1D70B8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2" name="real-key-text">
            <a:extLst>
              <a:ext uri="{FF2B5EF4-FFF2-40B4-BE49-F238E27FC236}">
                <a16:creationId xmlns:a16="http://schemas.microsoft.com/office/drawing/2014/main" id="{3C5C3C56-9AC7-4FC7-BF1F-1F6354699612}"/>
              </a:ext>
            </a:extLst>
          </p:cNvPr>
          <p:cNvSpPr>
            <a:spLocks noGrp="1"/>
          </p:cNvSpPr>
          <p:nvPr/>
        </p:nvSpPr>
        <p:spPr>
          <a:xfrm>
            <a:off x="2914650" y="5295900"/>
            <a:ext cx="14478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defPPr>
            <a:lvl1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  <a:lvl2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2pPr>
            <a:lvl3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3pPr>
            <a:lvl4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4pPr>
            <a:lvl5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5pPr>
            <a:lvl6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6pPr>
            <a:lvl7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7pPr>
            <a:lvl8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8pPr>
            <a:lvl9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Real (n=140)</a:t>
            </a:r>
          </a:p>
        </p:txBody>
      </p:sp>
      <p:sp>
        <p:nvSpPr>
          <p:cNvPr id="283" name="decoy-key">
            <a:extLst>
              <a:ext uri="{FF2B5EF4-FFF2-40B4-BE49-F238E27FC236}">
                <a16:creationId xmlns:a16="http://schemas.microsoft.com/office/drawing/2014/main" id="{2BC54AC2-BA81-4F2F-92B2-4233793BBB9E}"/>
              </a:ext>
            </a:extLst>
          </p:cNvPr>
          <p:cNvSpPr>
            <a:spLocks noGrp="1"/>
          </p:cNvSpPr>
          <p:nvPr/>
        </p:nvSpPr>
        <p:spPr>
          <a:xfrm>
            <a:off x="4495800" y="5381625"/>
            <a:ext cx="76200" cy="76200"/>
          </a:xfrm>
          <a:prstGeom prst="ellipse">
            <a:avLst/>
          </a:prstGeom>
          <a:solidFill>
            <a:srgbClr val="C53030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4" name="decoy-key-text">
            <a:extLst>
              <a:ext uri="{FF2B5EF4-FFF2-40B4-BE49-F238E27FC236}">
                <a16:creationId xmlns:a16="http://schemas.microsoft.com/office/drawing/2014/main" id="{198F0B9A-8E89-4FFF-986B-4CFA12E5327E}"/>
              </a:ext>
            </a:extLst>
          </p:cNvPr>
          <p:cNvSpPr>
            <a:spLocks noGrp="1"/>
          </p:cNvSpPr>
          <p:nvPr/>
        </p:nvSpPr>
        <p:spPr>
          <a:xfrm>
            <a:off x="4657725" y="5295900"/>
            <a:ext cx="1571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defPPr>
            <a:lvl1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  <a:lvl2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2pPr>
            <a:lvl3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3pPr>
            <a:lvl4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4pPr>
            <a:lvl5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5pPr>
            <a:lvl6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6pPr>
            <a:lvl7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7pPr>
            <a:lvl8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8pPr>
            <a:lvl9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Decoy (n=106)</a:t>
            </a:r>
          </a:p>
        </p:txBody>
      </p:sp>
      <p:sp>
        <p:nvSpPr>
          <p:cNvPr id="285" name="validation-title">
            <a:extLst>
              <a:ext uri="{FF2B5EF4-FFF2-40B4-BE49-F238E27FC236}">
                <a16:creationId xmlns:a16="http://schemas.microsoft.com/office/drawing/2014/main" id="{37228C28-48E7-4830-A1EA-C3DCE3FC219F}"/>
              </a:ext>
            </a:extLst>
          </p:cNvPr>
          <p:cNvSpPr>
            <a:spLocks noGrp="1"/>
          </p:cNvSpPr>
          <p:nvPr/>
        </p:nvSpPr>
        <p:spPr>
          <a:xfrm>
            <a:off x="8201025" y="1619250"/>
            <a:ext cx="3171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defPPr>
            <a:lvl1pPr algn="l">
              <a:defRPr sz="15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1pPr>
            <a:lvl2pPr algn="l">
              <a:defRPr sz="15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2pPr>
            <a:lvl3pPr algn="l">
              <a:defRPr sz="15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3pPr>
            <a:lvl4pPr algn="l">
              <a:defRPr sz="15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4pPr>
            <a:lvl5pPr algn="l">
              <a:defRPr sz="15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5pPr>
            <a:lvl6pPr algn="l">
              <a:defRPr sz="15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6pPr>
            <a:lvl7pPr algn="l">
              <a:defRPr sz="15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7pPr>
            <a:lvl8pPr algn="l">
              <a:defRPr sz="15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8pPr>
            <a:lvl9pPr algn="l">
              <a:defRPr sz="15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5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D70B8"/>
                </a:solidFill>
                <a:latin typeface="Inter"/>
                <a:ea typeface="Inter"/>
                <a:cs typeface="Inter"/>
              </a:rPr>
              <a:t>Held-out check</a:t>
            </a:r>
          </a:p>
        </p:txBody>
      </p:sp>
      <p:sp>
        <p:nvSpPr>
          <p:cNvPr id="286" name="validation-subtitle">
            <a:extLst>
              <a:ext uri="{FF2B5EF4-FFF2-40B4-BE49-F238E27FC236}">
                <a16:creationId xmlns:a16="http://schemas.microsoft.com/office/drawing/2014/main" id="{5D4F7A4A-4D1B-4882-883D-9B72ADD48C30}"/>
              </a:ext>
            </a:extLst>
          </p:cNvPr>
          <p:cNvSpPr>
            <a:spLocks noGrp="1"/>
          </p:cNvSpPr>
          <p:nvPr/>
        </p:nvSpPr>
        <p:spPr>
          <a:xfrm>
            <a:off x="8201025" y="1924050"/>
            <a:ext cx="31908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defPPr>
            <a:lvl1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  <a:lvl2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2pPr>
            <a:lvl3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3pPr>
            <a:lvl4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4pPr>
            <a:lvl5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5pPr>
            <a:lvl6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6pPr>
            <a:lvl7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7pPr>
            <a:lvl8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8pPr>
            <a:lvl9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20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Fit on two blocks, check the third.</a:t>
            </a:r>
          </a:p>
        </p:txBody>
      </p:sp>
      <p:sp>
        <p:nvSpPr>
          <p:cNvPr id="287" name="validation-table-bg">
            <a:extLst>
              <a:ext uri="{FF2B5EF4-FFF2-40B4-BE49-F238E27FC236}">
                <a16:creationId xmlns:a16="http://schemas.microsoft.com/office/drawing/2014/main" id="{BDA2E17F-FE61-42EC-B2DD-E92ED9B9BDE1}"/>
              </a:ext>
            </a:extLst>
          </p:cNvPr>
          <p:cNvSpPr>
            <a:spLocks noGrp="1"/>
          </p:cNvSpPr>
          <p:nvPr/>
        </p:nvSpPr>
        <p:spPr>
          <a:xfrm>
            <a:off x="8172450" y="2305050"/>
            <a:ext cx="3219450" cy="1981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8" name="validation-table-header">
            <a:extLst>
              <a:ext uri="{FF2B5EF4-FFF2-40B4-BE49-F238E27FC236}">
                <a16:creationId xmlns:a16="http://schemas.microsoft.com/office/drawing/2014/main" id="{DC33C261-01F3-4228-8CB6-4D4F2127FDD1}"/>
              </a:ext>
            </a:extLst>
          </p:cNvPr>
          <p:cNvSpPr>
            <a:spLocks noGrp="1"/>
          </p:cNvSpPr>
          <p:nvPr/>
        </p:nvSpPr>
        <p:spPr>
          <a:xfrm>
            <a:off x="8172450" y="2305050"/>
            <a:ext cx="3219450" cy="371475"/>
          </a:xfrm>
          <a:prstGeom prst="rect">
            <a:avLst/>
          </a:prstGeom>
          <a:solidFill>
            <a:srgbClr val="EAF0F5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9" name="head-block">
            <a:extLst>
              <a:ext uri="{FF2B5EF4-FFF2-40B4-BE49-F238E27FC236}">
                <a16:creationId xmlns:a16="http://schemas.microsoft.com/office/drawing/2014/main" id="{5FA441A6-0DCF-41D9-ACD6-9943648D672B}"/>
              </a:ext>
            </a:extLst>
          </p:cNvPr>
          <p:cNvSpPr>
            <a:spLocks noGrp="1"/>
          </p:cNvSpPr>
          <p:nvPr/>
        </p:nvSpPr>
        <p:spPr>
          <a:xfrm>
            <a:off x="8258175" y="2371725"/>
            <a:ext cx="4857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defPPr>
            <a:lvl1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1pPr>
            <a:lvl2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2pPr>
            <a:lvl3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3pPr>
            <a:lvl4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4pPr>
            <a:lvl5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5pPr>
            <a:lvl6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6pPr>
            <a:lvl7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7pPr>
            <a:lvl8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8pPr>
            <a:lvl9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Block</a:t>
            </a:r>
          </a:p>
        </p:txBody>
      </p:sp>
      <p:sp>
        <p:nvSpPr>
          <p:cNvPr id="290" name="head-real">
            <a:extLst>
              <a:ext uri="{FF2B5EF4-FFF2-40B4-BE49-F238E27FC236}">
                <a16:creationId xmlns:a16="http://schemas.microsoft.com/office/drawing/2014/main" id="{28116661-B59C-4128-A3C1-9CA93D0B01C5}"/>
              </a:ext>
            </a:extLst>
          </p:cNvPr>
          <p:cNvSpPr>
            <a:spLocks noGrp="1"/>
          </p:cNvSpPr>
          <p:nvPr/>
        </p:nvSpPr>
        <p:spPr>
          <a:xfrm>
            <a:off x="8848725" y="2371725"/>
            <a:ext cx="1162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defPPr>
            <a:lvl1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1pPr>
            <a:lvl2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2pPr>
            <a:lvl3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3pPr>
            <a:lvl4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4pPr>
            <a:lvl5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5pPr>
            <a:lvl6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6pPr>
            <a:lvl7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7pPr>
            <a:lvl8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8pPr>
            <a:lvl9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Real accepted</a:t>
            </a:r>
          </a:p>
        </p:txBody>
      </p:sp>
      <p:sp>
        <p:nvSpPr>
          <p:cNvPr id="291" name="head-decoy">
            <a:extLst>
              <a:ext uri="{FF2B5EF4-FFF2-40B4-BE49-F238E27FC236}">
                <a16:creationId xmlns:a16="http://schemas.microsoft.com/office/drawing/2014/main" id="{59CAA14F-FB3D-4997-A81C-D46CE1868F3F}"/>
              </a:ext>
            </a:extLst>
          </p:cNvPr>
          <p:cNvSpPr>
            <a:spLocks noGrp="1"/>
          </p:cNvSpPr>
          <p:nvPr/>
        </p:nvSpPr>
        <p:spPr>
          <a:xfrm>
            <a:off x="10048875" y="2371725"/>
            <a:ext cx="13239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defPPr>
            <a:lvl1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1pPr>
            <a:lvl2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2pPr>
            <a:lvl3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3pPr>
            <a:lvl4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4pPr>
            <a:lvl5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5pPr>
            <a:lvl6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6pPr>
            <a:lvl7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7pPr>
            <a:lvl8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8pPr>
            <a:lvl9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0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Decoys accepted</a:t>
            </a:r>
          </a:p>
        </p:txBody>
      </p:sp>
      <p:sp>
        <p:nvSpPr>
          <p:cNvPr id="292" name="Straight Connector 291">
            <a:extLst>
              <a:ext uri="{FF2B5EF4-FFF2-40B4-BE49-F238E27FC236}">
                <a16:creationId xmlns:a16="http://schemas.microsoft.com/office/drawing/2014/main" id="{85A68318-B165-4C9E-86EC-E55CED692119}"/>
              </a:ext>
            </a:extLst>
          </p:cNvPr>
          <p:cNvSpPr>
            <a:spLocks noGrp="1"/>
          </p:cNvSpPr>
          <p:nvPr/>
        </p:nvSpPr>
        <p:spPr>
          <a:xfrm>
            <a:off x="8772525" y="2305050"/>
            <a:ext cx="0" cy="1981200"/>
          </a:xfrm>
          <a:prstGeom prst="line">
            <a:avLst/>
          </a:prstGeom>
          <a:noFill/>
          <a:ln w="7620">
            <a:solidFill>
              <a:srgbClr val="D8E0E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3" name="Straight Connector 292">
            <a:extLst>
              <a:ext uri="{FF2B5EF4-FFF2-40B4-BE49-F238E27FC236}">
                <a16:creationId xmlns:a16="http://schemas.microsoft.com/office/drawing/2014/main" id="{AE97071C-D37B-4503-A934-CCBA61F1F8EB}"/>
              </a:ext>
            </a:extLst>
          </p:cNvPr>
          <p:cNvSpPr>
            <a:spLocks noGrp="1"/>
          </p:cNvSpPr>
          <p:nvPr/>
        </p:nvSpPr>
        <p:spPr>
          <a:xfrm>
            <a:off x="10010775" y="2305050"/>
            <a:ext cx="0" cy="1981200"/>
          </a:xfrm>
          <a:prstGeom prst="line">
            <a:avLst/>
          </a:prstGeom>
          <a:noFill/>
          <a:ln w="7620">
            <a:solidFill>
              <a:srgbClr val="D8E0E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4" name="fold0-id">
            <a:extLst>
              <a:ext uri="{FF2B5EF4-FFF2-40B4-BE49-F238E27FC236}">
                <a16:creationId xmlns:a16="http://schemas.microsoft.com/office/drawing/2014/main" id="{6BC99EDB-6F1F-4857-92F6-6B547B4931FD}"/>
              </a:ext>
            </a:extLst>
          </p:cNvPr>
          <p:cNvSpPr>
            <a:spLocks noGrp="1"/>
          </p:cNvSpPr>
          <p:nvPr/>
        </p:nvSpPr>
        <p:spPr>
          <a:xfrm>
            <a:off x="8258175" y="2752725"/>
            <a:ext cx="485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295" name="fold0-real">
            <a:extLst>
              <a:ext uri="{FF2B5EF4-FFF2-40B4-BE49-F238E27FC236}">
                <a16:creationId xmlns:a16="http://schemas.microsoft.com/office/drawing/2014/main" id="{5AA44738-D670-4A58-9EE0-FBC648FE363E}"/>
              </a:ext>
            </a:extLst>
          </p:cNvPr>
          <p:cNvSpPr>
            <a:spLocks noGrp="1"/>
          </p:cNvSpPr>
          <p:nvPr/>
        </p:nvSpPr>
        <p:spPr>
          <a:xfrm>
            <a:off x="8848725" y="2752725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31 / 33</a:t>
            </a:r>
          </a:p>
        </p:txBody>
      </p:sp>
      <p:sp>
        <p:nvSpPr>
          <p:cNvPr id="296" name="fold0-decoy">
            <a:extLst>
              <a:ext uri="{FF2B5EF4-FFF2-40B4-BE49-F238E27FC236}">
                <a16:creationId xmlns:a16="http://schemas.microsoft.com/office/drawing/2014/main" id="{7E9B52C9-0B88-450C-8334-8A90C14E36FD}"/>
              </a:ext>
            </a:extLst>
          </p:cNvPr>
          <p:cNvSpPr>
            <a:spLocks noGrp="1"/>
          </p:cNvSpPr>
          <p:nvPr/>
        </p:nvSpPr>
        <p:spPr>
          <a:xfrm>
            <a:off x="10048875" y="2752725"/>
            <a:ext cx="13239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0 / 53</a:t>
            </a:r>
          </a:p>
        </p:txBody>
      </p:sp>
      <p:sp>
        <p:nvSpPr>
          <p:cNvPr id="297" name="Straight Connector 296">
            <a:extLst>
              <a:ext uri="{FF2B5EF4-FFF2-40B4-BE49-F238E27FC236}">
                <a16:creationId xmlns:a16="http://schemas.microsoft.com/office/drawing/2014/main" id="{979C8091-9E30-42FD-B439-96069B7DFCC9}"/>
              </a:ext>
            </a:extLst>
          </p:cNvPr>
          <p:cNvSpPr>
            <a:spLocks noGrp="1"/>
          </p:cNvSpPr>
          <p:nvPr/>
        </p:nvSpPr>
        <p:spPr>
          <a:xfrm>
            <a:off x="8172450" y="3076575"/>
            <a:ext cx="3219450" cy="0"/>
          </a:xfrm>
          <a:prstGeom prst="line">
            <a:avLst/>
          </a:prstGeom>
          <a:noFill/>
          <a:ln w="7620">
            <a:solidFill>
              <a:srgbClr val="D8E0E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8" name="fold1-id">
            <a:extLst>
              <a:ext uri="{FF2B5EF4-FFF2-40B4-BE49-F238E27FC236}">
                <a16:creationId xmlns:a16="http://schemas.microsoft.com/office/drawing/2014/main" id="{95159EC5-8795-46C7-9F90-0B1D8C0AA175}"/>
              </a:ext>
            </a:extLst>
          </p:cNvPr>
          <p:cNvSpPr>
            <a:spLocks noGrp="1"/>
          </p:cNvSpPr>
          <p:nvPr/>
        </p:nvSpPr>
        <p:spPr>
          <a:xfrm>
            <a:off x="8258175" y="3143250"/>
            <a:ext cx="485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299" name="fold1-real">
            <a:extLst>
              <a:ext uri="{FF2B5EF4-FFF2-40B4-BE49-F238E27FC236}">
                <a16:creationId xmlns:a16="http://schemas.microsoft.com/office/drawing/2014/main" id="{D41D3F41-C2AF-4E55-ABB8-EF38F3AC2DC8}"/>
              </a:ext>
            </a:extLst>
          </p:cNvPr>
          <p:cNvSpPr>
            <a:spLocks noGrp="1"/>
          </p:cNvSpPr>
          <p:nvPr/>
        </p:nvSpPr>
        <p:spPr>
          <a:xfrm>
            <a:off x="8848725" y="3143250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33 / 33</a:t>
            </a:r>
          </a:p>
        </p:txBody>
      </p:sp>
      <p:sp>
        <p:nvSpPr>
          <p:cNvPr id="300" name="fold1-decoy">
            <a:extLst>
              <a:ext uri="{FF2B5EF4-FFF2-40B4-BE49-F238E27FC236}">
                <a16:creationId xmlns:a16="http://schemas.microsoft.com/office/drawing/2014/main" id="{C1784533-5DD8-4686-AF19-32072D7723D7}"/>
              </a:ext>
            </a:extLst>
          </p:cNvPr>
          <p:cNvSpPr>
            <a:spLocks noGrp="1"/>
          </p:cNvSpPr>
          <p:nvPr/>
        </p:nvSpPr>
        <p:spPr>
          <a:xfrm>
            <a:off x="10048875" y="3143250"/>
            <a:ext cx="13239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1 / 55</a:t>
            </a:r>
          </a:p>
        </p:txBody>
      </p:sp>
      <p:sp>
        <p:nvSpPr>
          <p:cNvPr id="301" name="Straight Connector 300">
            <a:extLst>
              <a:ext uri="{FF2B5EF4-FFF2-40B4-BE49-F238E27FC236}">
                <a16:creationId xmlns:a16="http://schemas.microsoft.com/office/drawing/2014/main" id="{E234FABE-48C6-4411-89C5-E7ED0256726E}"/>
              </a:ext>
            </a:extLst>
          </p:cNvPr>
          <p:cNvSpPr>
            <a:spLocks noGrp="1"/>
          </p:cNvSpPr>
          <p:nvPr/>
        </p:nvSpPr>
        <p:spPr>
          <a:xfrm>
            <a:off x="8172450" y="3467100"/>
            <a:ext cx="3219450" cy="0"/>
          </a:xfrm>
          <a:prstGeom prst="line">
            <a:avLst/>
          </a:prstGeom>
          <a:noFill/>
          <a:ln w="7620">
            <a:solidFill>
              <a:srgbClr val="D8E0E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2" name="fold2-id">
            <a:extLst>
              <a:ext uri="{FF2B5EF4-FFF2-40B4-BE49-F238E27FC236}">
                <a16:creationId xmlns:a16="http://schemas.microsoft.com/office/drawing/2014/main" id="{EB989D08-F25E-4ED4-A754-2B62D8533BBE}"/>
              </a:ext>
            </a:extLst>
          </p:cNvPr>
          <p:cNvSpPr>
            <a:spLocks noGrp="1"/>
          </p:cNvSpPr>
          <p:nvPr/>
        </p:nvSpPr>
        <p:spPr>
          <a:xfrm>
            <a:off x="8258175" y="3533775"/>
            <a:ext cx="485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303" name="fold2-real">
            <a:extLst>
              <a:ext uri="{FF2B5EF4-FFF2-40B4-BE49-F238E27FC236}">
                <a16:creationId xmlns:a16="http://schemas.microsoft.com/office/drawing/2014/main" id="{F65627E9-8323-4FC4-95EE-26AB0D87983D}"/>
              </a:ext>
            </a:extLst>
          </p:cNvPr>
          <p:cNvSpPr>
            <a:spLocks noGrp="1"/>
          </p:cNvSpPr>
          <p:nvPr/>
        </p:nvSpPr>
        <p:spPr>
          <a:xfrm>
            <a:off x="8848725" y="3533775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33 / 33</a:t>
            </a:r>
          </a:p>
        </p:txBody>
      </p:sp>
      <p:sp>
        <p:nvSpPr>
          <p:cNvPr id="304" name="fold2-decoy">
            <a:extLst>
              <a:ext uri="{FF2B5EF4-FFF2-40B4-BE49-F238E27FC236}">
                <a16:creationId xmlns:a16="http://schemas.microsoft.com/office/drawing/2014/main" id="{CD61F224-47B2-4B8C-B884-F3540BD19FEB}"/>
              </a:ext>
            </a:extLst>
          </p:cNvPr>
          <p:cNvSpPr>
            <a:spLocks noGrp="1"/>
          </p:cNvSpPr>
          <p:nvPr/>
        </p:nvSpPr>
        <p:spPr>
          <a:xfrm>
            <a:off x="10048875" y="3533775"/>
            <a:ext cx="13239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1 / 52</a:t>
            </a:r>
          </a:p>
        </p:txBody>
      </p:sp>
      <p:sp>
        <p:nvSpPr>
          <p:cNvPr id="305" name="Straight Connector 304">
            <a:extLst>
              <a:ext uri="{FF2B5EF4-FFF2-40B4-BE49-F238E27FC236}">
                <a16:creationId xmlns:a16="http://schemas.microsoft.com/office/drawing/2014/main" id="{FEFA2C7D-1ECE-4173-9897-862BF30D59BE}"/>
              </a:ext>
            </a:extLst>
          </p:cNvPr>
          <p:cNvSpPr>
            <a:spLocks noGrp="1"/>
          </p:cNvSpPr>
          <p:nvPr/>
        </p:nvSpPr>
        <p:spPr>
          <a:xfrm>
            <a:off x="8172450" y="3857625"/>
            <a:ext cx="3219450" cy="0"/>
          </a:xfrm>
          <a:prstGeom prst="line">
            <a:avLst/>
          </a:prstGeom>
          <a:noFill/>
          <a:ln w="7620">
            <a:solidFill>
              <a:srgbClr val="D8E0E9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6" name="total-row-bg">
            <a:extLst>
              <a:ext uri="{FF2B5EF4-FFF2-40B4-BE49-F238E27FC236}">
                <a16:creationId xmlns:a16="http://schemas.microsoft.com/office/drawing/2014/main" id="{368E4992-FF37-487F-BB0A-0351FFC6F257}"/>
              </a:ext>
            </a:extLst>
          </p:cNvPr>
          <p:cNvSpPr>
            <a:spLocks noGrp="1"/>
          </p:cNvSpPr>
          <p:nvPr/>
        </p:nvSpPr>
        <p:spPr>
          <a:xfrm>
            <a:off x="8181975" y="3867150"/>
            <a:ext cx="3200400" cy="390525"/>
          </a:xfrm>
          <a:prstGeom prst="rect">
            <a:avLst/>
          </a:prstGeom>
          <a:solidFill>
            <a:srgbClr val="EAF0F5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7" name="fold3-id">
            <a:extLst>
              <a:ext uri="{FF2B5EF4-FFF2-40B4-BE49-F238E27FC236}">
                <a16:creationId xmlns:a16="http://schemas.microsoft.com/office/drawing/2014/main" id="{93CFA238-9AA2-4C8C-AF0C-FCF5635752BA}"/>
              </a:ext>
            </a:extLst>
          </p:cNvPr>
          <p:cNvSpPr>
            <a:spLocks noGrp="1"/>
          </p:cNvSpPr>
          <p:nvPr/>
        </p:nvSpPr>
        <p:spPr>
          <a:xfrm>
            <a:off x="8258175" y="3924300"/>
            <a:ext cx="485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defPPr>
            <a:lvl1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1pPr>
            <a:lvl2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2pPr>
            <a:lvl3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3pPr>
            <a:lvl4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4pPr>
            <a:lvl5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5pPr>
            <a:lvl6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6pPr>
            <a:lvl7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7pPr>
            <a:lvl8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8pPr>
            <a:lvl9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D70B8"/>
                </a:solidFill>
                <a:latin typeface="Inter"/>
                <a:ea typeface="Inter"/>
                <a:cs typeface="Inter"/>
              </a:rPr>
              <a:t>Total</a:t>
            </a:r>
          </a:p>
        </p:txBody>
      </p:sp>
      <p:sp>
        <p:nvSpPr>
          <p:cNvPr id="308" name="fold3-real">
            <a:extLst>
              <a:ext uri="{FF2B5EF4-FFF2-40B4-BE49-F238E27FC236}">
                <a16:creationId xmlns:a16="http://schemas.microsoft.com/office/drawing/2014/main" id="{1E68E669-E64F-4356-98D3-888F51E11CA3}"/>
              </a:ext>
            </a:extLst>
          </p:cNvPr>
          <p:cNvSpPr>
            <a:spLocks noGrp="1"/>
          </p:cNvSpPr>
          <p:nvPr/>
        </p:nvSpPr>
        <p:spPr>
          <a:xfrm>
            <a:off x="8848725" y="3924300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defPPr>
            <a:lvl1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1pPr>
            <a:lvl2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2pPr>
            <a:lvl3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3pPr>
            <a:lvl4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4pPr>
            <a:lvl5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5pPr>
            <a:lvl6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6pPr>
            <a:lvl7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7pPr>
            <a:lvl8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8pPr>
            <a:lvl9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D70B8"/>
                </a:solidFill>
                <a:latin typeface="Inter"/>
                <a:ea typeface="Inter"/>
                <a:cs typeface="Inter"/>
              </a:rPr>
              <a:t>97 / 99</a:t>
            </a:r>
          </a:p>
        </p:txBody>
      </p:sp>
      <p:sp>
        <p:nvSpPr>
          <p:cNvPr id="309" name="fold3-decoy">
            <a:extLst>
              <a:ext uri="{FF2B5EF4-FFF2-40B4-BE49-F238E27FC236}">
                <a16:creationId xmlns:a16="http://schemas.microsoft.com/office/drawing/2014/main" id="{B0542CD0-84D0-4410-A78F-7895BFFCFC82}"/>
              </a:ext>
            </a:extLst>
          </p:cNvPr>
          <p:cNvSpPr>
            <a:spLocks noGrp="1"/>
          </p:cNvSpPr>
          <p:nvPr/>
        </p:nvSpPr>
        <p:spPr>
          <a:xfrm>
            <a:off x="10048875" y="3924300"/>
            <a:ext cx="13239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defPPr>
            <a:lvl1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1pPr>
            <a:lvl2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2pPr>
            <a:lvl3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3pPr>
            <a:lvl4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4pPr>
            <a:lvl5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5pPr>
            <a:lvl6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6pPr>
            <a:lvl7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7pPr>
            <a:lvl8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8pPr>
            <a:lvl9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20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D70B8"/>
                </a:solidFill>
                <a:latin typeface="Inter"/>
                <a:ea typeface="Inter"/>
                <a:cs typeface="Inter"/>
              </a:rPr>
              <a:t>2 / 160</a:t>
            </a:r>
          </a:p>
        </p:txBody>
      </p:sp>
      <p:sp>
        <p:nvSpPr>
          <p:cNvPr id="310" name="table-note">
            <a:extLst>
              <a:ext uri="{FF2B5EF4-FFF2-40B4-BE49-F238E27FC236}">
                <a16:creationId xmlns:a16="http://schemas.microsoft.com/office/drawing/2014/main" id="{F5979279-4984-4BB2-B772-18346F7766FA}"/>
              </a:ext>
            </a:extLst>
          </p:cNvPr>
          <p:cNvSpPr>
            <a:spLocks noGrp="1"/>
          </p:cNvSpPr>
          <p:nvPr/>
        </p:nvSpPr>
        <p:spPr>
          <a:xfrm>
            <a:off x="8201025" y="4333875"/>
            <a:ext cx="3190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975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defPPr>
            <a:lvl1pPr algn="l">
              <a:defRPr sz="975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  <a:lvl2pPr algn="l">
              <a:defRPr sz="975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2pPr>
            <a:lvl3pPr algn="l">
              <a:defRPr sz="975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3pPr>
            <a:lvl4pPr algn="l">
              <a:defRPr sz="975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4pPr>
            <a:lvl5pPr algn="l">
              <a:defRPr sz="975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5pPr>
            <a:lvl6pPr algn="l">
              <a:defRPr sz="975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6pPr>
            <a:lvl7pPr algn="l">
              <a:defRPr sz="975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7pPr>
            <a:lvl8pPr algn="l">
              <a:defRPr sz="975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8pPr>
            <a:lvl9pPr algn="l">
              <a:defRPr sz="975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975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Counts are labeled occurrences per frame.</a:t>
            </a:r>
          </a:p>
        </p:txBody>
      </p:sp>
      <p:sp>
        <p:nvSpPr>
          <p:cNvPr id="311" name="rationale-title">
            <a:extLst>
              <a:ext uri="{FF2B5EF4-FFF2-40B4-BE49-F238E27FC236}">
                <a16:creationId xmlns:a16="http://schemas.microsoft.com/office/drawing/2014/main" id="{DA2EBEC8-3B3C-420C-BC07-5D161E55E466}"/>
              </a:ext>
            </a:extLst>
          </p:cNvPr>
          <p:cNvSpPr>
            <a:spLocks noGrp="1"/>
          </p:cNvSpPr>
          <p:nvPr/>
        </p:nvSpPr>
        <p:spPr>
          <a:xfrm>
            <a:off x="8201025" y="4638675"/>
            <a:ext cx="3190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5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350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D70B8"/>
                </a:solidFill>
                <a:latin typeface="Inter"/>
                <a:ea typeface="Inter"/>
                <a:cs typeface="Inter"/>
              </a:rPr>
              <a:t>Why did two decoys pass?</a:t>
            </a:r>
          </a:p>
        </p:txBody>
      </p:sp>
      <p:sp>
        <p:nvSpPr>
          <p:cNvPr id="312" name="rationale">
            <a:extLst>
              <a:ext uri="{FF2B5EF4-FFF2-40B4-BE49-F238E27FC236}">
                <a16:creationId xmlns:a16="http://schemas.microsoft.com/office/drawing/2014/main" id="{A3688B76-E285-4D2C-AA0A-A846F766576C}"/>
              </a:ext>
            </a:extLst>
          </p:cNvPr>
          <p:cNvSpPr>
            <a:spLocks noGrp="1"/>
          </p:cNvSpPr>
          <p:nvPr/>
        </p:nvSpPr>
        <p:spPr>
          <a:xfrm>
            <a:off x="8201025" y="4924425"/>
            <a:ext cx="31051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0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11827"/>
                </a:solidFill>
                <a:latin typeface="Inter"/>
                <a:ea typeface="Inter"/>
                <a:cs typeface="Inter"/>
              </a:rPr>
              <a:t>Each held-out block uses cutoffs fitted on the other two. The final fit on all eval data rejects both.</a:t>
            </a:r>
          </a:p>
        </p:txBody>
      </p:sp>
      <p:sp>
        <p:nvSpPr>
          <p:cNvPr id="313" name="results-strip">
            <a:extLst>
              <a:ext uri="{FF2B5EF4-FFF2-40B4-BE49-F238E27FC236}">
                <a16:creationId xmlns:a16="http://schemas.microsoft.com/office/drawing/2014/main" id="{F9BE121D-A2A4-481C-A525-11C4087F1B1D}"/>
              </a:ext>
            </a:extLst>
          </p:cNvPr>
          <p:cNvSpPr>
            <a:spLocks noGrp="1"/>
          </p:cNvSpPr>
          <p:nvPr/>
        </p:nvSpPr>
        <p:spPr>
          <a:xfrm>
            <a:off x="609600" y="5934075"/>
            <a:ext cx="10972800" cy="704850"/>
          </a:xfrm>
          <a:prstGeom prst="roundRect">
            <a:avLst>
              <a:gd name="adj" fmla="val 20270"/>
            </a:avLst>
          </a:prstGeom>
          <a:solidFill>
            <a:srgbClr val="EFF6FF"/>
          </a:solidFill>
          <a:ln w="0">
            <a:noFill/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4" name="baseline-label">
            <a:extLst>
              <a:ext uri="{FF2B5EF4-FFF2-40B4-BE49-F238E27FC236}">
                <a16:creationId xmlns:a16="http://schemas.microsoft.com/office/drawing/2014/main" id="{8F57560D-D8FA-4A79-AB1C-6EBA160F4B17}"/>
              </a:ext>
            </a:extLst>
          </p:cNvPr>
          <p:cNvSpPr>
            <a:spLocks noGrp="1"/>
          </p:cNvSpPr>
          <p:nvPr/>
        </p:nvSpPr>
        <p:spPr>
          <a:xfrm>
            <a:off x="838200" y="59912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125" b="1">
                <a:solidFill>
                  <a:srgbClr val="C53030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1">
                <a:solidFill>
                  <a:srgbClr val="C53030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1">
                <a:solidFill>
                  <a:srgbClr val="C53030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1">
                <a:solidFill>
                  <a:srgbClr val="C53030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1">
                <a:solidFill>
                  <a:srgbClr val="C53030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1">
                <a:solidFill>
                  <a:srgbClr val="C53030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1">
                <a:solidFill>
                  <a:srgbClr val="C53030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1">
                <a:solidFill>
                  <a:srgbClr val="C53030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1">
                <a:solidFill>
                  <a:srgbClr val="C53030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1">
                <a:solidFill>
                  <a:srgbClr val="C5303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1">
                <a:solidFill>
                  <a:srgbClr val="C53030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C53030"/>
                </a:solidFill>
                <a:latin typeface="Inter"/>
                <a:ea typeface="Inter"/>
                <a:cs typeface="Inter"/>
              </a:rPr>
              <a:t>Accept-all baseline</a:t>
            </a:r>
          </a:p>
        </p:txBody>
      </p:sp>
      <p:sp>
        <p:nvSpPr>
          <p:cNvPr id="315" name="baseline-counts">
            <a:extLst>
              <a:ext uri="{FF2B5EF4-FFF2-40B4-BE49-F238E27FC236}">
                <a16:creationId xmlns:a16="http://schemas.microsoft.com/office/drawing/2014/main" id="{E32CD4E9-4546-4744-8D9E-20946A3D20A3}"/>
              </a:ext>
            </a:extLst>
          </p:cNvPr>
          <p:cNvSpPr>
            <a:spLocks noGrp="1"/>
          </p:cNvSpPr>
          <p:nvPr/>
        </p:nvSpPr>
        <p:spPr>
          <a:xfrm>
            <a:off x="838200" y="6191250"/>
            <a:ext cx="4762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99 / 99 real, 93 / 160 decoys</a:t>
            </a:r>
          </a:p>
        </p:txBody>
      </p:sp>
      <p:sp>
        <p:nvSpPr>
          <p:cNvPr id="316" name="baseline-rates">
            <a:extLst>
              <a:ext uri="{FF2B5EF4-FFF2-40B4-BE49-F238E27FC236}">
                <a16:creationId xmlns:a16="http://schemas.microsoft.com/office/drawing/2014/main" id="{8D3FE8B7-22AD-41E9-95A3-F4E545DD5941}"/>
              </a:ext>
            </a:extLst>
          </p:cNvPr>
          <p:cNvSpPr>
            <a:spLocks noGrp="1"/>
          </p:cNvSpPr>
          <p:nvPr/>
        </p:nvSpPr>
        <p:spPr>
          <a:xfrm>
            <a:off x="838200" y="64198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defPPr>
            <a:lvl1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  <a:lvl2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2pPr>
            <a:lvl3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3pPr>
            <a:lvl4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4pPr>
            <a:lvl5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5pPr>
            <a:lvl6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6pPr>
            <a:lvl7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7pPr>
            <a:lvl8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8pPr>
            <a:lvl9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TPR 1.000, FPR 0.581</a:t>
            </a:r>
          </a:p>
        </p:txBody>
      </p:sp>
      <p:sp>
        <p:nvSpPr>
          <p:cNvPr id="317" name="filter-label">
            <a:extLst>
              <a:ext uri="{FF2B5EF4-FFF2-40B4-BE49-F238E27FC236}">
                <a16:creationId xmlns:a16="http://schemas.microsoft.com/office/drawing/2014/main" id="{6380FAA9-21E6-4197-8884-42BAEDED42B5}"/>
              </a:ext>
            </a:extLst>
          </p:cNvPr>
          <p:cNvSpPr>
            <a:spLocks noGrp="1"/>
          </p:cNvSpPr>
          <p:nvPr/>
        </p:nvSpPr>
        <p:spPr>
          <a:xfrm>
            <a:off x="6191250" y="5991225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125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D70B8"/>
                </a:solidFill>
                <a:latin typeface="Inter"/>
                <a:ea typeface="Inter"/>
                <a:cs typeface="Inter"/>
              </a:rPr>
              <a:t>Held-out filter</a:t>
            </a:r>
          </a:p>
        </p:txBody>
      </p:sp>
      <p:sp>
        <p:nvSpPr>
          <p:cNvPr id="318" name="filter-counts">
            <a:extLst>
              <a:ext uri="{FF2B5EF4-FFF2-40B4-BE49-F238E27FC236}">
                <a16:creationId xmlns:a16="http://schemas.microsoft.com/office/drawing/2014/main" id="{50F3B73A-DD71-4626-AA50-BBF229971C9A}"/>
              </a:ext>
            </a:extLst>
          </p:cNvPr>
          <p:cNvSpPr>
            <a:spLocks noGrp="1"/>
          </p:cNvSpPr>
          <p:nvPr/>
        </p:nvSpPr>
        <p:spPr>
          <a:xfrm>
            <a:off x="6191250" y="6191250"/>
            <a:ext cx="4953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350" b="1">
                <a:solidFill>
                  <a:srgbClr val="111827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111827"/>
                </a:solidFill>
                <a:latin typeface="Inter"/>
                <a:ea typeface="Inter"/>
                <a:cs typeface="Inter"/>
              </a:rPr>
              <a:t>97 / 99 real, 2 / 160 decoys</a:t>
            </a:r>
          </a:p>
        </p:txBody>
      </p:sp>
      <p:sp>
        <p:nvSpPr>
          <p:cNvPr id="319" name="filter-rates">
            <a:extLst>
              <a:ext uri="{FF2B5EF4-FFF2-40B4-BE49-F238E27FC236}">
                <a16:creationId xmlns:a16="http://schemas.microsoft.com/office/drawing/2014/main" id="{5CE44472-16AE-40E0-89DD-A305933AFD6F}"/>
              </a:ext>
            </a:extLst>
          </p:cNvPr>
          <p:cNvSpPr>
            <a:spLocks noGrp="1"/>
          </p:cNvSpPr>
          <p:nvPr/>
        </p:nvSpPr>
        <p:spPr>
          <a:xfrm>
            <a:off x="6191250" y="64198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defPPr>
            <a:lvl1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  <a:lvl2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2pPr>
            <a:lvl3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3pPr>
            <a:lvl4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4pPr>
            <a:lvl5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5pPr>
            <a:lvl6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6pPr>
            <a:lvl7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7pPr>
            <a:lvl8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8pPr>
            <a:lvl9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050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TPR 0.980, FPR 0.013</a:t>
            </a:r>
          </a:p>
        </p:txBody>
      </p:sp>
    </p:spTree>
    <p:extLst>
      <p:ext uri="{BB962C8B-B14F-4D97-AF65-F5344CB8AC3E}">
        <p14:creationId xmlns:p14="http://schemas.microsoft.com/office/powerpoint/2010/main" val="1082060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7EE3B9E-A399-4058-BCF3-EF548E062CBA}"/>
              </a:ext>
            </a:extLst>
          </p:cNvPr>
          <p:cNvSpPr>
            <a:spLocks noGrp="1"/>
          </p:cNvSpPr>
          <p:nvPr/>
        </p:nvSpPr>
        <p:spPr>
          <a:xfrm>
            <a:off x="609600" y="5343525"/>
            <a:ext cx="10972800" cy="876300"/>
          </a:xfrm>
          <a:prstGeom prst="roundRect">
            <a:avLst>
              <a:gd name="adj" fmla="val 1481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7D5F6B2-5545-40DE-BCF3-72A93F9E7D7F}"/>
              </a:ext>
            </a:extLst>
          </p:cNvPr>
          <p:cNvSpPr>
            <a:spLocks noGrp="1"/>
          </p:cNvSpPr>
          <p:nvPr/>
        </p:nvSpPr>
        <p:spPr>
          <a:xfrm>
            <a:off x="609600" y="1800225"/>
            <a:ext cx="3333750" cy="3219450"/>
          </a:xfrm>
          <a:prstGeom prst="roundRect">
            <a:avLst>
              <a:gd name="adj" fmla="val 9356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A55CEC8-EBEB-430A-9071-6A31BD5FC58A}"/>
              </a:ext>
            </a:extLst>
          </p:cNvPr>
          <p:cNvSpPr>
            <a:spLocks noGrp="1"/>
          </p:cNvSpPr>
          <p:nvPr/>
        </p:nvSpPr>
        <p:spPr>
          <a:xfrm>
            <a:off x="4429125" y="1800225"/>
            <a:ext cx="3333750" cy="3219450"/>
          </a:xfrm>
          <a:prstGeom prst="roundRect">
            <a:avLst>
              <a:gd name="adj" fmla="val 9638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8F2DA0-9734-4A74-A060-1C80AC317274}"/>
              </a:ext>
            </a:extLst>
          </p:cNvPr>
          <p:cNvSpPr>
            <a:spLocks noGrp="1"/>
          </p:cNvSpPr>
          <p:nvPr/>
        </p:nvSpPr>
        <p:spPr>
          <a:xfrm>
            <a:off x="8248650" y="1800225"/>
            <a:ext cx="3333750" cy="3219450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42983D-F6FB-48A7-9F2B-31DAEA7BB09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627048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125" b="1" i="0" u="none" dirty="0">
                <a:solidFill>
                  <a:srgbClr val="C53030"/>
                </a:solidFill>
                <a:latin typeface="Inter"/>
                <a:ea typeface="Inter"/>
                <a:cs typeface="Inter"/>
              </a:rPr>
              <a:t>REAL VS DECOY FILTER</a:t>
            </a:r>
            <a:r>
              <a:rPr lang="en-US" sz="1125" b="1" i="0" u="none" dirty="0">
                <a:solidFill>
                  <a:srgbClr val="C53030"/>
                </a:solidFill>
                <a:latin typeface="Inter"/>
                <a:ea typeface="Inter"/>
                <a:cs typeface="Inter"/>
              </a:rPr>
              <a:t>  4/4</a:t>
            </a:r>
            <a:endParaRPr sz="1125" b="1" i="0" u="none" dirty="0">
              <a:solidFill>
                <a:srgbClr val="C53030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1097B1-1B8C-43B1-B062-D48079EB4543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158240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700" b="1" i="0" u="none" dirty="0">
                <a:solidFill>
                  <a:srgbClr val="111827"/>
                </a:solidFill>
                <a:latin typeface="Inter"/>
                <a:ea typeface="Inter"/>
                <a:cs typeface="Inter"/>
              </a:rPr>
              <a:t>Test Examples and Boundary Cases</a:t>
            </a:r>
          </a:p>
        </p:txBody>
      </p:sp>
      <p:sp>
        <p:nvSpPr>
          <p:cNvPr id="10" name="example-real">
            <a:extLst>
              <a:ext uri="{FF2B5EF4-FFF2-40B4-BE49-F238E27FC236}">
                <a16:creationId xmlns:a16="http://schemas.microsoft.com/office/drawing/2014/main" id="{C2CC95F4-1759-42A4-8568-364182CF4E7F}"/>
              </a:ext>
            </a:extLst>
          </p:cNvPr>
          <p:cNvSpPr>
            <a:spLocks noGrp="1"/>
          </p:cNvSpPr>
          <p:nvPr/>
        </p:nvSpPr>
        <p:spPr>
          <a:xfrm>
            <a:off x="809625" y="1990725"/>
            <a:ext cx="2905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00" b="1">
                <a:solidFill>
                  <a:srgbClr val="15803D"/>
                </a:solidFill>
                <a:latin typeface="Inter"/>
                <a:ea typeface="Inter"/>
                <a:cs typeface="Inter"/>
              </a:defRPr>
            </a:defPPr>
            <a:lvl1pPr algn="l">
              <a:defRPr sz="1500" b="1">
                <a:solidFill>
                  <a:srgbClr val="15803D"/>
                </a:solidFill>
                <a:latin typeface="Inter"/>
                <a:ea typeface="Inter"/>
                <a:cs typeface="Inter"/>
              </a:defRPr>
            </a:lvl1pPr>
            <a:lvl2pPr algn="l">
              <a:defRPr sz="1500" b="1">
                <a:solidFill>
                  <a:srgbClr val="15803D"/>
                </a:solidFill>
                <a:latin typeface="Inter"/>
                <a:ea typeface="Inter"/>
                <a:cs typeface="Inter"/>
              </a:defRPr>
            </a:lvl2pPr>
            <a:lvl3pPr algn="l">
              <a:defRPr sz="1500" b="1">
                <a:solidFill>
                  <a:srgbClr val="15803D"/>
                </a:solidFill>
                <a:latin typeface="Inter"/>
                <a:ea typeface="Inter"/>
                <a:cs typeface="Inter"/>
              </a:defRPr>
            </a:lvl3pPr>
            <a:lvl4pPr algn="l">
              <a:defRPr sz="1500" b="1">
                <a:solidFill>
                  <a:srgbClr val="15803D"/>
                </a:solidFill>
                <a:latin typeface="Inter"/>
                <a:ea typeface="Inter"/>
                <a:cs typeface="Inter"/>
              </a:defRPr>
            </a:lvl4pPr>
            <a:lvl5pPr algn="l">
              <a:defRPr sz="1500" b="1">
                <a:solidFill>
                  <a:srgbClr val="15803D"/>
                </a:solidFill>
                <a:latin typeface="Inter"/>
                <a:ea typeface="Inter"/>
                <a:cs typeface="Inter"/>
              </a:defRPr>
            </a:lvl5pPr>
            <a:lvl6pPr algn="l">
              <a:defRPr sz="1500" b="1">
                <a:solidFill>
                  <a:srgbClr val="15803D"/>
                </a:solidFill>
                <a:latin typeface="Inter"/>
                <a:ea typeface="Inter"/>
                <a:cs typeface="Inter"/>
              </a:defRPr>
            </a:lvl6pPr>
            <a:lvl7pPr algn="l">
              <a:defRPr sz="1500" b="1">
                <a:solidFill>
                  <a:srgbClr val="15803D"/>
                </a:solidFill>
                <a:latin typeface="Inter"/>
                <a:ea typeface="Inter"/>
                <a:cs typeface="Inter"/>
              </a:defRPr>
            </a:lvl7pPr>
            <a:lvl8pPr algn="l">
              <a:defRPr sz="1500" b="1">
                <a:solidFill>
                  <a:srgbClr val="15803D"/>
                </a:solidFill>
                <a:latin typeface="Inter"/>
                <a:ea typeface="Inter"/>
                <a:cs typeface="Inter"/>
              </a:defRPr>
            </a:lvl8pPr>
            <a:lvl9pPr algn="l">
              <a:defRPr sz="1500" b="1">
                <a:solidFill>
                  <a:srgbClr val="15803D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500" b="1">
                <a:solidFill>
                  <a:srgbClr val="15803D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5803D"/>
                </a:solidFill>
                <a:latin typeface="Inter"/>
                <a:ea typeface="Inter"/>
                <a:cs typeface="Inter"/>
              </a:rPr>
              <a:t>Accepted real object</a:t>
            </a:r>
          </a:p>
        </p:txBody>
      </p:sp>
      <p:sp>
        <p:nvSpPr>
          <p:cNvPr id="11" name="example-decoy">
            <a:extLst>
              <a:ext uri="{FF2B5EF4-FFF2-40B4-BE49-F238E27FC236}">
                <a16:creationId xmlns:a16="http://schemas.microsoft.com/office/drawing/2014/main" id="{76DDFFCA-16EA-4221-9B9E-52F10C623992}"/>
              </a:ext>
            </a:extLst>
          </p:cNvPr>
          <p:cNvSpPr>
            <a:spLocks noGrp="1"/>
          </p:cNvSpPr>
          <p:nvPr/>
        </p:nvSpPr>
        <p:spPr>
          <a:xfrm>
            <a:off x="4629150" y="1990725"/>
            <a:ext cx="2905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00" b="1">
                <a:solidFill>
                  <a:srgbClr val="C53030"/>
                </a:solidFill>
                <a:latin typeface="Inter"/>
                <a:ea typeface="Inter"/>
                <a:cs typeface="Inter"/>
              </a:defRPr>
            </a:defPPr>
            <a:lvl1pPr algn="l">
              <a:defRPr sz="1500" b="1">
                <a:solidFill>
                  <a:srgbClr val="C53030"/>
                </a:solidFill>
                <a:latin typeface="Inter"/>
                <a:ea typeface="Inter"/>
                <a:cs typeface="Inter"/>
              </a:defRPr>
            </a:lvl1pPr>
            <a:lvl2pPr algn="l">
              <a:defRPr sz="1500" b="1">
                <a:solidFill>
                  <a:srgbClr val="C53030"/>
                </a:solidFill>
                <a:latin typeface="Inter"/>
                <a:ea typeface="Inter"/>
                <a:cs typeface="Inter"/>
              </a:defRPr>
            </a:lvl2pPr>
            <a:lvl3pPr algn="l">
              <a:defRPr sz="1500" b="1">
                <a:solidFill>
                  <a:srgbClr val="C53030"/>
                </a:solidFill>
                <a:latin typeface="Inter"/>
                <a:ea typeface="Inter"/>
                <a:cs typeface="Inter"/>
              </a:defRPr>
            </a:lvl3pPr>
            <a:lvl4pPr algn="l">
              <a:defRPr sz="1500" b="1">
                <a:solidFill>
                  <a:srgbClr val="C53030"/>
                </a:solidFill>
                <a:latin typeface="Inter"/>
                <a:ea typeface="Inter"/>
                <a:cs typeface="Inter"/>
              </a:defRPr>
            </a:lvl4pPr>
            <a:lvl5pPr algn="l">
              <a:defRPr sz="1500" b="1">
                <a:solidFill>
                  <a:srgbClr val="C53030"/>
                </a:solidFill>
                <a:latin typeface="Inter"/>
                <a:ea typeface="Inter"/>
                <a:cs typeface="Inter"/>
              </a:defRPr>
            </a:lvl5pPr>
            <a:lvl6pPr algn="l">
              <a:defRPr sz="1500" b="1">
                <a:solidFill>
                  <a:srgbClr val="C53030"/>
                </a:solidFill>
                <a:latin typeface="Inter"/>
                <a:ea typeface="Inter"/>
                <a:cs typeface="Inter"/>
              </a:defRPr>
            </a:lvl6pPr>
            <a:lvl7pPr algn="l">
              <a:defRPr sz="1500" b="1">
                <a:solidFill>
                  <a:srgbClr val="C53030"/>
                </a:solidFill>
                <a:latin typeface="Inter"/>
                <a:ea typeface="Inter"/>
                <a:cs typeface="Inter"/>
              </a:defRPr>
            </a:lvl7pPr>
            <a:lvl8pPr algn="l">
              <a:defRPr sz="1500" b="1">
                <a:solidFill>
                  <a:srgbClr val="C53030"/>
                </a:solidFill>
                <a:latin typeface="Inter"/>
                <a:ea typeface="Inter"/>
                <a:cs typeface="Inter"/>
              </a:defRPr>
            </a:lvl8pPr>
            <a:lvl9pPr algn="l">
              <a:defRPr sz="1500" b="1">
                <a:solidFill>
                  <a:srgbClr val="C53030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500" b="1">
                <a:solidFill>
                  <a:srgbClr val="C53030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C53030"/>
                </a:solidFill>
                <a:latin typeface="Inter"/>
                <a:ea typeface="Inter"/>
                <a:cs typeface="Inter"/>
              </a:rPr>
              <a:t>Rejected printed decoys</a:t>
            </a:r>
          </a:p>
        </p:txBody>
      </p:sp>
      <p:sp>
        <p:nvSpPr>
          <p:cNvPr id="12" name="example-miss">
            <a:extLst>
              <a:ext uri="{FF2B5EF4-FFF2-40B4-BE49-F238E27FC236}">
                <a16:creationId xmlns:a16="http://schemas.microsoft.com/office/drawing/2014/main" id="{650C463F-CE77-4C72-BF96-66E6E62C1109}"/>
              </a:ext>
            </a:extLst>
          </p:cNvPr>
          <p:cNvSpPr>
            <a:spLocks noGrp="1"/>
          </p:cNvSpPr>
          <p:nvPr/>
        </p:nvSpPr>
        <p:spPr>
          <a:xfrm>
            <a:off x="8448675" y="1990725"/>
            <a:ext cx="2905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00" b="1">
                <a:solidFill>
                  <a:srgbClr val="C77B22"/>
                </a:solidFill>
                <a:latin typeface="Inter"/>
                <a:ea typeface="Inter"/>
                <a:cs typeface="Inter"/>
              </a:defRPr>
            </a:defPPr>
            <a:lvl1pPr algn="l">
              <a:defRPr sz="1500" b="1">
                <a:solidFill>
                  <a:srgbClr val="C77B22"/>
                </a:solidFill>
                <a:latin typeface="Inter"/>
                <a:ea typeface="Inter"/>
                <a:cs typeface="Inter"/>
              </a:defRPr>
            </a:lvl1pPr>
            <a:lvl2pPr algn="l">
              <a:defRPr sz="1500" b="1">
                <a:solidFill>
                  <a:srgbClr val="C77B22"/>
                </a:solidFill>
                <a:latin typeface="Inter"/>
                <a:ea typeface="Inter"/>
                <a:cs typeface="Inter"/>
              </a:defRPr>
            </a:lvl2pPr>
            <a:lvl3pPr algn="l">
              <a:defRPr sz="1500" b="1">
                <a:solidFill>
                  <a:srgbClr val="C77B22"/>
                </a:solidFill>
                <a:latin typeface="Inter"/>
                <a:ea typeface="Inter"/>
                <a:cs typeface="Inter"/>
              </a:defRPr>
            </a:lvl3pPr>
            <a:lvl4pPr algn="l">
              <a:defRPr sz="1500" b="1">
                <a:solidFill>
                  <a:srgbClr val="C77B22"/>
                </a:solidFill>
                <a:latin typeface="Inter"/>
                <a:ea typeface="Inter"/>
                <a:cs typeface="Inter"/>
              </a:defRPr>
            </a:lvl4pPr>
            <a:lvl5pPr algn="l">
              <a:defRPr sz="1500" b="1">
                <a:solidFill>
                  <a:srgbClr val="C77B22"/>
                </a:solidFill>
                <a:latin typeface="Inter"/>
                <a:ea typeface="Inter"/>
                <a:cs typeface="Inter"/>
              </a:defRPr>
            </a:lvl5pPr>
            <a:lvl6pPr algn="l">
              <a:defRPr sz="1500" b="1">
                <a:solidFill>
                  <a:srgbClr val="C77B22"/>
                </a:solidFill>
                <a:latin typeface="Inter"/>
                <a:ea typeface="Inter"/>
                <a:cs typeface="Inter"/>
              </a:defRPr>
            </a:lvl6pPr>
            <a:lvl7pPr algn="l">
              <a:defRPr sz="1500" b="1">
                <a:solidFill>
                  <a:srgbClr val="C77B22"/>
                </a:solidFill>
                <a:latin typeface="Inter"/>
                <a:ea typeface="Inter"/>
                <a:cs typeface="Inter"/>
              </a:defRPr>
            </a:lvl7pPr>
            <a:lvl8pPr algn="l">
              <a:defRPr sz="1500" b="1">
                <a:solidFill>
                  <a:srgbClr val="C77B22"/>
                </a:solidFill>
                <a:latin typeface="Inter"/>
                <a:ea typeface="Inter"/>
                <a:cs typeface="Inter"/>
              </a:defRPr>
            </a:lvl8pPr>
            <a:lvl9pPr algn="l">
              <a:defRPr sz="1500" b="1">
                <a:solidFill>
                  <a:srgbClr val="C77B22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500" b="1">
                <a:solidFill>
                  <a:srgbClr val="C77B22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C77B22"/>
                </a:solidFill>
                <a:latin typeface="Inter"/>
                <a:ea typeface="Inter"/>
                <a:cs typeface="Inter"/>
              </a:rPr>
              <a:t>Real object rejected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BB90888-C8D0-48A7-8902-FC90FD259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01117" y="2381250"/>
            <a:ext cx="2160242" cy="25431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FCB9235-E9D1-453A-AB7F-E1AC64855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38580" y="2381250"/>
            <a:ext cx="2714839" cy="2543175"/>
          </a:xfrm>
          <a:prstGeom prst="rect">
            <a:avLst/>
          </a:prstGeom>
        </p:spPr>
      </p:pic>
      <p:sp>
        <p:nvSpPr>
          <p:cNvPr id="15" name="missed-cues">
            <a:extLst>
              <a:ext uri="{FF2B5EF4-FFF2-40B4-BE49-F238E27FC236}">
                <a16:creationId xmlns:a16="http://schemas.microsoft.com/office/drawing/2014/main" id="{532B1195-B3BA-4B2C-941E-F96BE0CC96D0}"/>
              </a:ext>
            </a:extLst>
          </p:cNvPr>
          <p:cNvSpPr>
            <a:spLocks noGrp="1"/>
          </p:cNvSpPr>
          <p:nvPr/>
        </p:nvSpPr>
        <p:spPr>
          <a:xfrm>
            <a:off x="8439150" y="2276475"/>
            <a:ext cx="29718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125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defPPr>
            <a:lvl1pPr algn="l">
              <a:defRPr sz="1125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1pPr>
            <a:lvl2pPr algn="l">
              <a:defRPr sz="1125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2pPr>
            <a:lvl3pPr algn="l">
              <a:defRPr sz="1125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3pPr>
            <a:lvl4pPr algn="l">
              <a:defRPr sz="1125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4pPr>
            <a:lvl5pPr algn="l">
              <a:defRPr sz="1125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5pPr>
            <a:lvl6pPr algn="l">
              <a:defRPr sz="1125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6pPr>
            <a:lvl7pPr algn="l">
              <a:defRPr sz="1125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7pPr>
            <a:lvl8pPr algn="l">
              <a:defRPr sz="1125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8pPr>
            <a:lvl9pPr algn="l">
              <a:defRPr sz="1125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125" b="0">
                <a:solidFill>
                  <a:srgbClr val="4B5563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4B5563"/>
                </a:solidFill>
                <a:latin typeface="Inter"/>
                <a:ea typeface="Inter"/>
                <a:cs typeface="Inter"/>
              </a:rPr>
              <a:t>Height 0.955 m, contrast 0.098 &lt; 0.192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6BF21F2-5860-4218-92A0-0DED0BEFE3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924925" y="2514108"/>
            <a:ext cx="1990725" cy="2344135"/>
          </a:xfrm>
          <a:prstGeom prst="rect">
            <a:avLst/>
          </a:prstGeom>
        </p:spPr>
      </p:pic>
      <p:sp>
        <p:nvSpPr>
          <p:cNvPr id="17" name="limit-line">
            <a:extLst>
              <a:ext uri="{FF2B5EF4-FFF2-40B4-BE49-F238E27FC236}">
                <a16:creationId xmlns:a16="http://schemas.microsoft.com/office/drawing/2014/main" id="{3D17AD7E-EEB3-477A-BEB7-81FCA6705307}"/>
              </a:ext>
            </a:extLst>
          </p:cNvPr>
          <p:cNvSpPr>
            <a:spLocks noGrp="1"/>
          </p:cNvSpPr>
          <p:nvPr/>
        </p:nvSpPr>
        <p:spPr>
          <a:xfrm>
            <a:off x="866775" y="5476875"/>
            <a:ext cx="638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l">
              <a:defRPr sz="1500" b="1">
                <a:solidFill>
                  <a:srgbClr val="1E3A8A"/>
                </a:solidFill>
                <a:latin typeface="Inter"/>
                <a:ea typeface="Inter"/>
                <a:cs typeface="Inter"/>
              </a:defRPr>
            </a:defPPr>
            <a:lvl1pPr algn="l">
              <a:defRPr sz="1500" b="1">
                <a:solidFill>
                  <a:srgbClr val="1E3A8A"/>
                </a:solidFill>
                <a:latin typeface="Inter"/>
                <a:ea typeface="Inter"/>
                <a:cs typeface="Inter"/>
              </a:defRPr>
            </a:lvl1pPr>
            <a:lvl2pPr algn="l">
              <a:defRPr sz="1500" b="1">
                <a:solidFill>
                  <a:srgbClr val="1E3A8A"/>
                </a:solidFill>
                <a:latin typeface="Inter"/>
                <a:ea typeface="Inter"/>
                <a:cs typeface="Inter"/>
              </a:defRPr>
            </a:lvl2pPr>
            <a:lvl3pPr algn="l">
              <a:defRPr sz="1500" b="1">
                <a:solidFill>
                  <a:srgbClr val="1E3A8A"/>
                </a:solidFill>
                <a:latin typeface="Inter"/>
                <a:ea typeface="Inter"/>
                <a:cs typeface="Inter"/>
              </a:defRPr>
            </a:lvl3pPr>
            <a:lvl4pPr algn="l">
              <a:defRPr sz="1500" b="1">
                <a:solidFill>
                  <a:srgbClr val="1E3A8A"/>
                </a:solidFill>
                <a:latin typeface="Inter"/>
                <a:ea typeface="Inter"/>
                <a:cs typeface="Inter"/>
              </a:defRPr>
            </a:lvl4pPr>
            <a:lvl5pPr algn="l">
              <a:defRPr sz="1500" b="1">
                <a:solidFill>
                  <a:srgbClr val="1E3A8A"/>
                </a:solidFill>
                <a:latin typeface="Inter"/>
                <a:ea typeface="Inter"/>
                <a:cs typeface="Inter"/>
              </a:defRPr>
            </a:lvl5pPr>
            <a:lvl6pPr algn="l">
              <a:defRPr sz="1500" b="1">
                <a:solidFill>
                  <a:srgbClr val="1E3A8A"/>
                </a:solidFill>
                <a:latin typeface="Inter"/>
                <a:ea typeface="Inter"/>
                <a:cs typeface="Inter"/>
              </a:defRPr>
            </a:lvl6pPr>
            <a:lvl7pPr algn="l">
              <a:defRPr sz="1500" b="1">
                <a:solidFill>
                  <a:srgbClr val="1E3A8A"/>
                </a:solidFill>
                <a:latin typeface="Inter"/>
                <a:ea typeface="Inter"/>
                <a:cs typeface="Inter"/>
              </a:defRPr>
            </a:lvl7pPr>
            <a:lvl8pPr algn="l">
              <a:defRPr sz="1500" b="1">
                <a:solidFill>
                  <a:srgbClr val="1E3A8A"/>
                </a:solidFill>
                <a:latin typeface="Inter"/>
                <a:ea typeface="Inter"/>
                <a:cs typeface="Inter"/>
              </a:defRPr>
            </a:lvl8pPr>
            <a:lvl9pPr algn="l">
              <a:defRPr sz="1500" b="1">
                <a:solidFill>
                  <a:srgbClr val="1E3A8A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500" b="1">
                <a:solidFill>
                  <a:srgbClr val="1E3A8A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E3A8A"/>
                </a:solidFill>
                <a:latin typeface="Inter"/>
                <a:ea typeface="Inter"/>
                <a:cs typeface="Inter"/>
              </a:rPr>
              <a:t>Mixed or missing depth near a box can change either cue.</a:t>
            </a:r>
          </a:p>
        </p:txBody>
      </p:sp>
      <p:sp>
        <p:nvSpPr>
          <p:cNvPr id="18" name="result-line">
            <a:extLst>
              <a:ext uri="{FF2B5EF4-FFF2-40B4-BE49-F238E27FC236}">
                <a16:creationId xmlns:a16="http://schemas.microsoft.com/office/drawing/2014/main" id="{842AAA47-1944-44A2-BCE7-0C3FF7B2966B}"/>
              </a:ext>
            </a:extLst>
          </p:cNvPr>
          <p:cNvSpPr>
            <a:spLocks noGrp="1"/>
          </p:cNvSpPr>
          <p:nvPr/>
        </p:nvSpPr>
        <p:spPr>
          <a:xfrm>
            <a:off x="7239000" y="5486400"/>
            <a:ext cx="403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>
            <a:defPPr algn="r">
              <a:defRPr sz="1275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defPPr>
            <a:lvl1pPr algn="r">
              <a:defRPr sz="1275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1pPr>
            <a:lvl2pPr algn="r">
              <a:defRPr sz="1275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2pPr>
            <a:lvl3pPr algn="r">
              <a:defRPr sz="1275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3pPr>
            <a:lvl4pPr algn="r">
              <a:defRPr sz="1275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4pPr>
            <a:lvl5pPr algn="r">
              <a:defRPr sz="1275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5pPr>
            <a:lvl6pPr algn="r">
              <a:defRPr sz="1275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6pPr>
            <a:lvl7pPr algn="r">
              <a:defRPr sz="1275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7pPr>
            <a:lvl8pPr algn="r">
              <a:defRPr sz="1275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8pPr>
            <a:lvl9pPr algn="r">
              <a:defRPr sz="1275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275" b="1">
                <a:solidFill>
                  <a:srgbClr val="1D70B8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1D70B8"/>
                </a:solidFill>
                <a:latin typeface="Inter"/>
                <a:ea typeface="Inter"/>
                <a:cs typeface="Inter"/>
              </a:rPr>
              <a:t>Test: 2 real missed, 0 / 103 decoys accepted</a:t>
            </a:r>
          </a:p>
        </p:txBody>
      </p:sp>
    </p:spTree>
    <p:extLst>
      <p:ext uri="{BB962C8B-B14F-4D97-AF65-F5344CB8AC3E}">
        <p14:creationId xmlns:p14="http://schemas.microsoft.com/office/powerpoint/2010/main" val="2100709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</Words>
  <Application>Microsoft Office PowerPoint</Application>
  <DocSecurity>0</DocSecurity>
  <PresentationFormat>Widescreen</PresentationFormat>
  <Paragraphs>80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Inter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shravani kuchi</cp:lastModifiedBy>
  <cp:revision>1</cp:revision>
  <dcterms:created xsi:type="dcterms:W3CDTF">2026-10-30T06:09:21Z</dcterms:created>
  <dcterms:modified xsi:type="dcterms:W3CDTF">2026-10-30T06:16:55Z</dcterms:modified>
</cp:coreProperties>
</file>